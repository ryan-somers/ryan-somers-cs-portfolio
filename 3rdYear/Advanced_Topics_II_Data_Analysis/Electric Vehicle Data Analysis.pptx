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 id="2147483681" r:id="rId2"/>
  </p:sldMasterIdLst>
  <p:notesMasterIdLst>
    <p:notesMasterId r:id="rId18"/>
  </p:notesMasterIdLst>
  <p:sldIdLst>
    <p:sldId id="256" r:id="rId3"/>
    <p:sldId id="258" r:id="rId4"/>
    <p:sldId id="259" r:id="rId5"/>
    <p:sldId id="260" r:id="rId6"/>
    <p:sldId id="304" r:id="rId7"/>
    <p:sldId id="261" r:id="rId8"/>
    <p:sldId id="266" r:id="rId9"/>
    <p:sldId id="262" r:id="rId10"/>
    <p:sldId id="271" r:id="rId11"/>
    <p:sldId id="264" r:id="rId12"/>
    <p:sldId id="305" r:id="rId13"/>
    <p:sldId id="263" r:id="rId14"/>
    <p:sldId id="307" r:id="rId15"/>
    <p:sldId id="267" r:id="rId16"/>
    <p:sldId id="306" r:id="rId17"/>
  </p:sldIdLst>
  <p:sldSz cx="9144000" cy="5143500" type="screen16x9"/>
  <p:notesSz cx="6858000" cy="9144000"/>
  <p:embeddedFontLst>
    <p:embeddedFont>
      <p:font typeface="Abel" panose="02000506030000020004" pitchFamily="2" charset="0"/>
      <p:regular r:id="rId19"/>
    </p:embeddedFont>
    <p:embeddedFont>
      <p:font typeface="Barlow Semi Condensed" panose="00000506000000000000" pitchFamily="2" charset="0"/>
      <p:regular r:id="rId20"/>
      <p:bold r:id="rId21"/>
      <p:italic r:id="rId22"/>
      <p:boldItalic r:id="rId23"/>
    </p:embeddedFont>
    <p:embeddedFont>
      <p:font typeface="Barlow Semi Condensed Medium" panose="00000606000000000000" pitchFamily="2" charset="0"/>
      <p:regular r:id="rId24"/>
      <p:bold r:id="rId25"/>
      <p:italic r:id="rId26"/>
      <p:boldItalic r:id="rId27"/>
    </p:embeddedFont>
    <p:embeddedFont>
      <p:font typeface="Fjalla One" panose="02000506040000020004" pitchFamily="2" charset="0"/>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5DDCC0-8F89-4339-D22A-027306D3835C}" v="316" dt="2025-04-13T22:22:13.675"/>
    <p1510:client id="{4EEA8323-D40F-C34B-9BE2-7789C981D6D2}" v="192" dt="2025-04-13T23:56:55.799"/>
    <p1510:client id="{54BF8DF4-26E5-4821-D58A-7F46ADC9942B}" v="997" dt="2025-04-14T01:28:57.425"/>
    <p1510:client id="{9E96C386-23EC-FF93-E464-C24EFB72A8D4}" v="623" dt="2025-04-13T23:47:09.425"/>
  </p1510:revLst>
</p1510:revInfo>
</file>

<file path=ppt/tableStyles.xml><?xml version="1.0" encoding="utf-8"?>
<a:tblStyleLst xmlns:a="http://schemas.openxmlformats.org/drawingml/2006/main" def="{EB3B9E1B-31E8-41F7-A8FB-751AB3E735A6}">
  <a:tblStyle styleId="{EB3B9E1B-31E8-41F7-A8FB-751AB3E735A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1.xml"/><Relationship Id="rId21" Type="http://schemas.openxmlformats.org/officeDocument/2006/relationships/font" Target="fonts/font3.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7.fntdata"/><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8.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a:extLst>
            <a:ext uri="{FF2B5EF4-FFF2-40B4-BE49-F238E27FC236}">
              <a16:creationId xmlns:a16="http://schemas.microsoft.com/office/drawing/2014/main" id="{99468A13-70CE-0090-573F-61C00F5A870D}"/>
            </a:ext>
          </a:extLst>
        </p:cNvPr>
        <p:cNvGrpSpPr/>
        <p:nvPr/>
      </p:nvGrpSpPr>
      <p:grpSpPr>
        <a:xfrm>
          <a:off x="0" y="0"/>
          <a:ext cx="0" cy="0"/>
          <a:chOff x="0" y="0"/>
          <a:chExt cx="0" cy="0"/>
        </a:xfrm>
      </p:grpSpPr>
      <p:sp>
        <p:nvSpPr>
          <p:cNvPr id="2152" name="Google Shape;2152;g8714a43093_3_952:notes">
            <a:extLst>
              <a:ext uri="{FF2B5EF4-FFF2-40B4-BE49-F238E27FC236}">
                <a16:creationId xmlns:a16="http://schemas.microsoft.com/office/drawing/2014/main" id="{79D4E3D8-D1C0-B8C6-D2AC-80D9DF53AF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a:extLst>
              <a:ext uri="{FF2B5EF4-FFF2-40B4-BE49-F238E27FC236}">
                <a16:creationId xmlns:a16="http://schemas.microsoft.com/office/drawing/2014/main" id="{F74F8075-3FBA-1AA4-2483-21259CB4DC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4005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p:cNvGrpSpPr/>
        <p:nvPr/>
      </p:nvGrpSpPr>
      <p:grpSpPr>
        <a:xfrm>
          <a:off x="0" y="0"/>
          <a:ext cx="0" cy="0"/>
          <a:chOff x="0" y="0"/>
          <a:chExt cx="0" cy="0"/>
        </a:xfrm>
      </p:grpSpPr>
      <p:sp>
        <p:nvSpPr>
          <p:cNvPr id="2180" name="Google Shape;2180;g804e9800b4_0_1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2"/>
        <p:cNvGrpSpPr/>
        <p:nvPr/>
      </p:nvGrpSpPr>
      <p:grpSpPr>
        <a:xfrm>
          <a:off x="0" y="0"/>
          <a:ext cx="0" cy="0"/>
          <a:chOff x="0" y="0"/>
          <a:chExt cx="0" cy="0"/>
        </a:xfrm>
      </p:grpSpPr>
      <p:sp>
        <p:nvSpPr>
          <p:cNvPr id="2333" name="Google Shape;2333;g8728718f4e_1_1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4" name="Google Shape;2334;g8728718f4e_1_1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p:cNvGrpSpPr/>
        <p:nvPr/>
      </p:nvGrpSpPr>
      <p:grpSpPr>
        <a:xfrm>
          <a:off x="0" y="0"/>
          <a:ext cx="0" cy="0"/>
          <a:chOff x="0" y="0"/>
          <a:chExt cx="0" cy="0"/>
        </a:xfrm>
      </p:grpSpPr>
      <p:sp>
        <p:nvSpPr>
          <p:cNvPr id="2221" name="Google Shape;2221;g804e9800b4_0_1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8"/>
        <p:cNvGrpSpPr/>
        <p:nvPr/>
      </p:nvGrpSpPr>
      <p:grpSpPr>
        <a:xfrm>
          <a:off x="0" y="0"/>
          <a:ext cx="0" cy="0"/>
          <a:chOff x="0" y="0"/>
          <a:chExt cx="0" cy="0"/>
        </a:xfrm>
      </p:grpSpPr>
      <p:sp>
        <p:nvSpPr>
          <p:cNvPr id="2729" name="Google Shape;2729;g8714a43093_3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0" name="Google Shape;2730;g8714a43093_3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p:cNvGrpSpPr/>
        <p:nvPr/>
      </p:nvGrpSpPr>
      <p:grpSpPr>
        <a:xfrm>
          <a:off x="0" y="0"/>
          <a:ext cx="0" cy="0"/>
          <a:chOff x="0" y="0"/>
          <a:chExt cx="0" cy="0"/>
        </a:xfrm>
      </p:grpSpPr>
      <p:sp>
        <p:nvSpPr>
          <p:cNvPr id="2304" name="Google Shape;2304;g86fa6133bc_4_21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p:cNvGrpSpPr/>
        <p:nvPr/>
      </p:nvGrpSpPr>
      <p:grpSpPr>
        <a:xfrm>
          <a:off x="0" y="0"/>
          <a:ext cx="0" cy="0"/>
          <a:chOff x="0" y="0"/>
          <a:chExt cx="0" cy="0"/>
        </a:xfrm>
      </p:grpSpPr>
      <p:sp>
        <p:nvSpPr>
          <p:cNvPr id="2238" name="Google Shape;2238;g86fa6133bc_4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7"/>
        <p:cNvGrpSpPr/>
        <p:nvPr/>
      </p:nvGrpSpPr>
      <p:grpSpPr>
        <a:xfrm>
          <a:off x="0" y="0"/>
          <a:ext cx="0" cy="0"/>
          <a:chOff x="0" y="0"/>
          <a:chExt cx="0" cy="0"/>
        </a:xfrm>
      </p:grpSpPr>
      <p:sp>
        <p:nvSpPr>
          <p:cNvPr id="2338" name="Google Shape;2338;g86fa6133bc_4_215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9" name="Google Shape;2339;g86fa6133bc_4_21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hyperlink" Target="https://stories.freepik.com/" TargetMode="External"/><Relationship Id="rId4" Type="http://schemas.openxmlformats.org/officeDocument/2006/relationships/hyperlink" Target="https://www.freepik.com/"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5"/>
        <p:cNvGrpSpPr/>
        <p:nvPr/>
      </p:nvGrpSpPr>
      <p:grpSpPr>
        <a:xfrm>
          <a:off x="0" y="0"/>
          <a:ext cx="0" cy="0"/>
          <a:chOff x="0" y="0"/>
          <a:chExt cx="0" cy="0"/>
        </a:xfrm>
      </p:grpSpPr>
      <p:sp>
        <p:nvSpPr>
          <p:cNvPr id="176" name="Google Shape;176;p5"/>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177" name="Google Shape;177;p5"/>
          <p:cNvSpPr txBox="1">
            <a:spLocks noGrp="1"/>
          </p:cNvSpPr>
          <p:nvPr>
            <p:ph type="subTitle" idx="1"/>
          </p:nvPr>
        </p:nvSpPr>
        <p:spPr>
          <a:xfrm>
            <a:off x="4956048"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8" name="Google Shape;178;p5"/>
          <p:cNvSpPr txBox="1">
            <a:spLocks noGrp="1"/>
          </p:cNvSpPr>
          <p:nvPr>
            <p:ph type="subTitle" idx="2"/>
          </p:nvPr>
        </p:nvSpPr>
        <p:spPr>
          <a:xfrm>
            <a:off x="2093976"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9" name="Google Shape;179;p5"/>
          <p:cNvSpPr txBox="1">
            <a:spLocks noGrp="1"/>
          </p:cNvSpPr>
          <p:nvPr>
            <p:ph type="subTitle" idx="3"/>
          </p:nvPr>
        </p:nvSpPr>
        <p:spPr>
          <a:xfrm>
            <a:off x="4956048" y="2221992"/>
            <a:ext cx="2084700" cy="283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0" name="Google Shape;180;p5"/>
          <p:cNvSpPr txBox="1">
            <a:spLocks noGrp="1"/>
          </p:cNvSpPr>
          <p:nvPr>
            <p:ph type="subTitle" idx="4"/>
          </p:nvPr>
        </p:nvSpPr>
        <p:spPr>
          <a:xfrm>
            <a:off x="2093976" y="2203704"/>
            <a:ext cx="2084700" cy="3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1" name="Google Shape;181;p5"/>
          <p:cNvSpPr txBox="1">
            <a:spLocks noGrp="1"/>
          </p:cNvSpPr>
          <p:nvPr>
            <p:ph type="title" idx="5" hasCustomPrompt="1"/>
          </p:nvPr>
        </p:nvSpPr>
        <p:spPr>
          <a:xfrm>
            <a:off x="2779776"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2" name="Google Shape;182;p5"/>
          <p:cNvSpPr txBox="1">
            <a:spLocks noGrp="1"/>
          </p:cNvSpPr>
          <p:nvPr>
            <p:ph type="title" idx="6" hasCustomPrompt="1"/>
          </p:nvPr>
        </p:nvSpPr>
        <p:spPr>
          <a:xfrm>
            <a:off x="5641848"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grpSp>
        <p:nvGrpSpPr>
          <p:cNvPr id="183" name="Google Shape;183;p5"/>
          <p:cNvGrpSpPr/>
          <p:nvPr/>
        </p:nvGrpSpPr>
        <p:grpSpPr>
          <a:xfrm>
            <a:off x="432850" y="0"/>
            <a:ext cx="8278300" cy="5165700"/>
            <a:chOff x="432850" y="0"/>
            <a:chExt cx="8278300" cy="5165700"/>
          </a:xfrm>
        </p:grpSpPr>
        <p:cxnSp>
          <p:nvCxnSpPr>
            <p:cNvPr id="184" name="Google Shape;184;p5"/>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85" name="Google Shape;185;p5"/>
            <p:cNvGrpSpPr/>
            <p:nvPr/>
          </p:nvGrpSpPr>
          <p:grpSpPr>
            <a:xfrm>
              <a:off x="8129350" y="4292175"/>
              <a:ext cx="581800" cy="582350"/>
              <a:chOff x="8064275" y="887850"/>
              <a:chExt cx="581800" cy="582350"/>
            </a:xfrm>
          </p:grpSpPr>
          <p:sp>
            <p:nvSpPr>
              <p:cNvPr id="186" name="Google Shape;186;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8274238" y="3720600"/>
              <a:ext cx="292025" cy="292575"/>
              <a:chOff x="7353050" y="316275"/>
              <a:chExt cx="292025" cy="292575"/>
            </a:xfrm>
          </p:grpSpPr>
          <p:sp>
            <p:nvSpPr>
              <p:cNvPr id="193" name="Google Shape;193;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 name="Google Shape;197;p5"/>
            <p:cNvGrpSpPr/>
            <p:nvPr/>
          </p:nvGrpSpPr>
          <p:grpSpPr>
            <a:xfrm>
              <a:off x="8332763" y="3212475"/>
              <a:ext cx="175000" cy="175000"/>
              <a:chOff x="8792300" y="321275"/>
              <a:chExt cx="175000" cy="175000"/>
            </a:xfrm>
          </p:grpSpPr>
          <p:sp>
            <p:nvSpPr>
              <p:cNvPr id="198" name="Google Shape;198;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2" name="Google Shape;202;p5"/>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03" name="Google Shape;203;p5"/>
            <p:cNvGrpSpPr/>
            <p:nvPr/>
          </p:nvGrpSpPr>
          <p:grpSpPr>
            <a:xfrm rot="10800000">
              <a:off x="432850" y="291788"/>
              <a:ext cx="581800" cy="582350"/>
              <a:chOff x="8064275" y="887850"/>
              <a:chExt cx="581800" cy="582350"/>
            </a:xfrm>
          </p:grpSpPr>
          <p:sp>
            <p:nvSpPr>
              <p:cNvPr id="204" name="Google Shape;204;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 name="Google Shape;210;p5"/>
            <p:cNvGrpSpPr/>
            <p:nvPr/>
          </p:nvGrpSpPr>
          <p:grpSpPr>
            <a:xfrm rot="10800000">
              <a:off x="577738" y="1153138"/>
              <a:ext cx="292025" cy="292575"/>
              <a:chOff x="7353050" y="316275"/>
              <a:chExt cx="292025" cy="292575"/>
            </a:xfrm>
          </p:grpSpPr>
          <p:sp>
            <p:nvSpPr>
              <p:cNvPr id="211" name="Google Shape;211;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5"/>
            <p:cNvGrpSpPr/>
            <p:nvPr/>
          </p:nvGrpSpPr>
          <p:grpSpPr>
            <a:xfrm rot="10800000">
              <a:off x="636238" y="1778838"/>
              <a:ext cx="175000" cy="175000"/>
              <a:chOff x="8792300" y="321275"/>
              <a:chExt cx="175000" cy="175000"/>
            </a:xfrm>
          </p:grpSpPr>
          <p:sp>
            <p:nvSpPr>
              <p:cNvPr id="216" name="Google Shape;216;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 name="Google Shape;220;p5"/>
            <p:cNvGrpSpPr/>
            <p:nvPr/>
          </p:nvGrpSpPr>
          <p:grpSpPr>
            <a:xfrm>
              <a:off x="432850" y="2003163"/>
              <a:ext cx="175013" cy="27000"/>
              <a:chOff x="5662375" y="212375"/>
              <a:chExt cx="175013" cy="27000"/>
            </a:xfrm>
          </p:grpSpPr>
          <p:sp>
            <p:nvSpPr>
              <p:cNvPr id="221" name="Google Shape;221;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 name="Google Shape;224;p5"/>
            <p:cNvGrpSpPr/>
            <p:nvPr/>
          </p:nvGrpSpPr>
          <p:grpSpPr>
            <a:xfrm>
              <a:off x="788100" y="208488"/>
              <a:ext cx="175013" cy="27000"/>
              <a:chOff x="5662375" y="212375"/>
              <a:chExt cx="175013" cy="27000"/>
            </a:xfrm>
          </p:grpSpPr>
          <p:sp>
            <p:nvSpPr>
              <p:cNvPr id="225" name="Google Shape;225;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5"/>
            <p:cNvGrpSpPr/>
            <p:nvPr/>
          </p:nvGrpSpPr>
          <p:grpSpPr>
            <a:xfrm>
              <a:off x="8129350" y="4988725"/>
              <a:ext cx="175013" cy="27000"/>
              <a:chOff x="5662375" y="212375"/>
              <a:chExt cx="175013" cy="27000"/>
            </a:xfrm>
          </p:grpSpPr>
          <p:sp>
            <p:nvSpPr>
              <p:cNvPr id="229" name="Google Shape;229;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 name="Google Shape;232;p5"/>
            <p:cNvGrpSpPr/>
            <p:nvPr/>
          </p:nvGrpSpPr>
          <p:grpSpPr>
            <a:xfrm>
              <a:off x="8497550" y="3429425"/>
              <a:ext cx="175013" cy="27000"/>
              <a:chOff x="5662375" y="212375"/>
              <a:chExt cx="175013" cy="27000"/>
            </a:xfrm>
          </p:grpSpPr>
          <p:sp>
            <p:nvSpPr>
              <p:cNvPr id="233" name="Google Shape;233;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6" name="Google Shape;236;p5"/>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5"/>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38" name="Google Shape;238;p5"/>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2"/>
        <p:cNvGrpSpPr/>
        <p:nvPr/>
      </p:nvGrpSpPr>
      <p:grpSpPr>
        <a:xfrm>
          <a:off x="0" y="0"/>
          <a:ext cx="0" cy="0"/>
          <a:chOff x="0" y="0"/>
          <a:chExt cx="0" cy="0"/>
        </a:xfrm>
      </p:grpSpPr>
      <p:sp>
        <p:nvSpPr>
          <p:cNvPr id="243" name="Google Shape;243;p6"/>
          <p:cNvSpPr txBox="1">
            <a:spLocks noGrp="1"/>
          </p:cNvSpPr>
          <p:nvPr>
            <p:ph type="title"/>
          </p:nvPr>
        </p:nvSpPr>
        <p:spPr>
          <a:xfrm>
            <a:off x="1823475" y="338328"/>
            <a:ext cx="5496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grpSp>
        <p:nvGrpSpPr>
          <p:cNvPr id="244" name="Google Shape;244;p6"/>
          <p:cNvGrpSpPr/>
          <p:nvPr/>
        </p:nvGrpSpPr>
        <p:grpSpPr>
          <a:xfrm>
            <a:off x="432850" y="0"/>
            <a:ext cx="8278300" cy="5165700"/>
            <a:chOff x="432850" y="0"/>
            <a:chExt cx="8278300" cy="5165700"/>
          </a:xfrm>
        </p:grpSpPr>
        <p:cxnSp>
          <p:nvCxnSpPr>
            <p:cNvPr id="245" name="Google Shape;245;p6"/>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63" name="Google Shape;263;p6"/>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97" name="Google Shape;297;p6"/>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98" name="Google Shape;298;p6"/>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99" name="Google Shape;299;p6"/>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6"/>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804672" y="1984248"/>
            <a:ext cx="3291900" cy="1371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a:endParaRPr/>
          </a:p>
        </p:txBody>
      </p:sp>
      <p:sp>
        <p:nvSpPr>
          <p:cNvPr id="305" name="Google Shape;305;p7"/>
          <p:cNvSpPr txBox="1">
            <a:spLocks noGrp="1"/>
          </p:cNvSpPr>
          <p:nvPr>
            <p:ph type="title"/>
          </p:nvPr>
        </p:nvSpPr>
        <p:spPr>
          <a:xfrm>
            <a:off x="804672" y="3319272"/>
            <a:ext cx="3291900" cy="4023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306" name="Google Shape;306;p7"/>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7"/>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7"/>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7"/>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9" name="Google Shape;339;p7"/>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1"/>
        <p:cNvGrpSpPr/>
        <p:nvPr/>
      </p:nvGrpSpPr>
      <p:grpSpPr>
        <a:xfrm>
          <a:off x="0" y="0"/>
          <a:ext cx="0" cy="0"/>
          <a:chOff x="0" y="0"/>
          <a:chExt cx="0" cy="0"/>
        </a:xfrm>
      </p:grpSpPr>
      <p:sp>
        <p:nvSpPr>
          <p:cNvPr id="502" name="Google Shape;502;p10"/>
          <p:cNvSpPr txBox="1">
            <a:spLocks noGrp="1"/>
          </p:cNvSpPr>
          <p:nvPr>
            <p:ph type="body" idx="1"/>
          </p:nvPr>
        </p:nvSpPr>
        <p:spPr>
          <a:xfrm>
            <a:off x="1122050" y="1947672"/>
            <a:ext cx="2788800" cy="1362600"/>
          </a:xfrm>
          <a:prstGeom prst="rect">
            <a:avLst/>
          </a:prstGeom>
          <a:noFill/>
          <a:ln>
            <a:noFill/>
          </a:ln>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dk2"/>
              </a:buClr>
              <a:buSzPts val="1600"/>
              <a:buFont typeface="Barlow Semi Condensed"/>
              <a:buNone/>
              <a:defRPr sz="1600">
                <a:solidFill>
                  <a:schemeClr val="dk2"/>
                </a:solidFill>
                <a:latin typeface="Barlow Semi Condensed"/>
                <a:ea typeface="Barlow Semi Condensed"/>
                <a:cs typeface="Barlow Semi Condensed"/>
                <a:sym typeface="Barlow Semi Condensed"/>
              </a:defRPr>
            </a:lvl1pPr>
          </a:lstStyle>
          <a:p>
            <a:endParaRPr/>
          </a:p>
        </p:txBody>
      </p:sp>
      <p:sp>
        <p:nvSpPr>
          <p:cNvPr id="503" name="Google Shape;503;p10"/>
          <p:cNvSpPr txBox="1">
            <a:spLocks noGrp="1"/>
          </p:cNvSpPr>
          <p:nvPr>
            <p:ph type="title"/>
          </p:nvPr>
        </p:nvSpPr>
        <p:spPr>
          <a:xfrm>
            <a:off x="2100600" y="347472"/>
            <a:ext cx="4947000" cy="58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cxnSp>
        <p:nvCxnSpPr>
          <p:cNvPr id="504" name="Google Shape;504;p10"/>
          <p:cNvCxnSpPr/>
          <p:nvPr/>
        </p:nvCxnSpPr>
        <p:spPr>
          <a:xfrm>
            <a:off x="590450" y="4340600"/>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505" name="Google Shape;505;p10"/>
          <p:cNvCxnSpPr/>
          <p:nvPr/>
        </p:nvCxnSpPr>
        <p:spPr>
          <a:xfrm rot="10800000" flipH="1">
            <a:off x="7975" y="4332600"/>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506" name="Google Shape;506;p10"/>
          <p:cNvGrpSpPr/>
          <p:nvPr/>
        </p:nvGrpSpPr>
        <p:grpSpPr>
          <a:xfrm flipH="1">
            <a:off x="431725" y="4183775"/>
            <a:ext cx="292025" cy="292575"/>
            <a:chOff x="7353050" y="316275"/>
            <a:chExt cx="292025" cy="292575"/>
          </a:xfrm>
        </p:grpSpPr>
        <p:sp>
          <p:nvSpPr>
            <p:cNvPr id="507" name="Google Shape;507;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 name="Google Shape;511;p10"/>
          <p:cNvGrpSpPr/>
          <p:nvPr/>
        </p:nvGrpSpPr>
        <p:grpSpPr>
          <a:xfrm>
            <a:off x="1646714" y="4616575"/>
            <a:ext cx="293111" cy="293388"/>
            <a:chOff x="3164039" y="430875"/>
            <a:chExt cx="293111" cy="293388"/>
          </a:xfrm>
        </p:grpSpPr>
        <p:sp>
          <p:nvSpPr>
            <p:cNvPr id="512" name="Google Shape;512;p1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18" name="Google Shape;518;p10"/>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519" name="Google Shape;519;p10"/>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520" name="Google Shape;520;p10"/>
          <p:cNvGrpSpPr/>
          <p:nvPr/>
        </p:nvGrpSpPr>
        <p:grpSpPr>
          <a:xfrm>
            <a:off x="8064275" y="526925"/>
            <a:ext cx="581800" cy="582350"/>
            <a:chOff x="8064275" y="887850"/>
            <a:chExt cx="581800" cy="582350"/>
          </a:xfrm>
        </p:grpSpPr>
        <p:sp>
          <p:nvSpPr>
            <p:cNvPr id="521" name="Google Shape;521;p1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 name="Google Shape;527;p10"/>
          <p:cNvGrpSpPr/>
          <p:nvPr/>
        </p:nvGrpSpPr>
        <p:grpSpPr>
          <a:xfrm>
            <a:off x="7033875" y="170875"/>
            <a:ext cx="292025" cy="292575"/>
            <a:chOff x="7353050" y="316275"/>
            <a:chExt cx="292025" cy="292575"/>
          </a:xfrm>
        </p:grpSpPr>
        <p:sp>
          <p:nvSpPr>
            <p:cNvPr id="528" name="Google Shape;528;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10"/>
          <p:cNvGrpSpPr/>
          <p:nvPr/>
        </p:nvGrpSpPr>
        <p:grpSpPr>
          <a:xfrm>
            <a:off x="8757950" y="229650"/>
            <a:ext cx="175000" cy="175000"/>
            <a:chOff x="8792300" y="321275"/>
            <a:chExt cx="175000" cy="175000"/>
          </a:xfrm>
        </p:grpSpPr>
        <p:sp>
          <p:nvSpPr>
            <p:cNvPr id="533" name="Google Shape;533;p1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 name="Google Shape;537;p10"/>
          <p:cNvGrpSpPr/>
          <p:nvPr/>
        </p:nvGrpSpPr>
        <p:grpSpPr>
          <a:xfrm>
            <a:off x="8490050" y="170875"/>
            <a:ext cx="175013" cy="27000"/>
            <a:chOff x="5662375" y="212375"/>
            <a:chExt cx="175013" cy="27000"/>
          </a:xfrm>
        </p:grpSpPr>
        <p:sp>
          <p:nvSpPr>
            <p:cNvPr id="538" name="Google Shape;538;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1" name="Google Shape;541;p10"/>
          <p:cNvGrpSpPr/>
          <p:nvPr/>
        </p:nvGrpSpPr>
        <p:grpSpPr>
          <a:xfrm>
            <a:off x="7916350" y="1124600"/>
            <a:ext cx="175013" cy="27000"/>
            <a:chOff x="5662375" y="212375"/>
            <a:chExt cx="175013" cy="27000"/>
          </a:xfrm>
        </p:grpSpPr>
        <p:sp>
          <p:nvSpPr>
            <p:cNvPr id="542" name="Google Shape;542;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5"/>
        <p:cNvGrpSpPr/>
        <p:nvPr/>
      </p:nvGrpSpPr>
      <p:grpSpPr>
        <a:xfrm>
          <a:off x="0" y="0"/>
          <a:ext cx="0" cy="0"/>
          <a:chOff x="0" y="0"/>
          <a:chExt cx="0" cy="0"/>
        </a:xfrm>
      </p:grpSpPr>
      <p:grpSp>
        <p:nvGrpSpPr>
          <p:cNvPr id="546" name="Google Shape;546;p11"/>
          <p:cNvGrpSpPr/>
          <p:nvPr/>
        </p:nvGrpSpPr>
        <p:grpSpPr>
          <a:xfrm rot="10800000">
            <a:off x="1954823" y="1124844"/>
            <a:ext cx="5234354" cy="3069144"/>
            <a:chOff x="1098425" y="237675"/>
            <a:chExt cx="5358675" cy="5174750"/>
          </a:xfrm>
        </p:grpSpPr>
        <p:sp>
          <p:nvSpPr>
            <p:cNvPr id="547" name="Google Shape;547;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1"/>
            <p:cNvSpPr/>
            <p:nvPr/>
          </p:nvSpPr>
          <p:spPr>
            <a:xfrm>
              <a:off x="1119425" y="238125"/>
              <a:ext cx="5331675" cy="5174300"/>
            </a:xfrm>
            <a:custGeom>
              <a:avLst/>
              <a:gdLst/>
              <a:ahLst/>
              <a:cxnLst/>
              <a:rect l="l" t="t" r="r" b="b"/>
              <a:pathLst>
                <a:path w="213267" h="206972" extrusionOk="0">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0" name="Google Shape;550;p11"/>
          <p:cNvSpPr txBox="1">
            <a:spLocks noGrp="1"/>
          </p:cNvSpPr>
          <p:nvPr>
            <p:ph type="subTitle" idx="1"/>
          </p:nvPr>
        </p:nvSpPr>
        <p:spPr>
          <a:xfrm>
            <a:off x="3227832" y="2816352"/>
            <a:ext cx="2679300" cy="658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551" name="Google Shape;551;p11"/>
          <p:cNvCxnSpPr/>
          <p:nvPr/>
        </p:nvCxnSpPr>
        <p:spPr>
          <a:xfrm rot="5400000">
            <a:off x="7269708" y="3324550"/>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552" name="Google Shape;552;p11"/>
          <p:cNvCxnSpPr/>
          <p:nvPr/>
        </p:nvCxnSpPr>
        <p:spPr>
          <a:xfrm rot="-5400000" flipH="1">
            <a:off x="7181408" y="2082400"/>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553" name="Google Shape;553;p11"/>
          <p:cNvCxnSpPr/>
          <p:nvPr/>
        </p:nvCxnSpPr>
        <p:spPr>
          <a:xfrm rot="5400000">
            <a:off x="7232433" y="736375"/>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554" name="Google Shape;554;p11"/>
          <p:cNvCxnSpPr/>
          <p:nvPr/>
        </p:nvCxnSpPr>
        <p:spPr>
          <a:xfrm rot="5400000">
            <a:off x="8168433" y="-6660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555" name="Google Shape;555;p11"/>
          <p:cNvGrpSpPr/>
          <p:nvPr/>
        </p:nvGrpSpPr>
        <p:grpSpPr>
          <a:xfrm rot="5400000" flipH="1">
            <a:off x="7407333" y="1284925"/>
            <a:ext cx="581800" cy="582350"/>
            <a:chOff x="8064275" y="887850"/>
            <a:chExt cx="581800" cy="582350"/>
          </a:xfrm>
        </p:grpSpPr>
        <p:sp>
          <p:nvSpPr>
            <p:cNvPr id="556" name="Google Shape;556;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562;p11"/>
          <p:cNvGrpSpPr/>
          <p:nvPr/>
        </p:nvGrpSpPr>
        <p:grpSpPr>
          <a:xfrm rot="5400000" flipH="1">
            <a:off x="7869720" y="2754200"/>
            <a:ext cx="292025" cy="292575"/>
            <a:chOff x="7353050" y="316275"/>
            <a:chExt cx="292025" cy="292575"/>
          </a:xfrm>
        </p:grpSpPr>
        <p:sp>
          <p:nvSpPr>
            <p:cNvPr id="563" name="Google Shape;563;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 name="Google Shape;567;p11"/>
          <p:cNvGrpSpPr/>
          <p:nvPr/>
        </p:nvGrpSpPr>
        <p:grpSpPr>
          <a:xfrm rot="5400000" flipH="1">
            <a:off x="8012458" y="178175"/>
            <a:ext cx="175000" cy="175000"/>
            <a:chOff x="8792300" y="321275"/>
            <a:chExt cx="175000" cy="175000"/>
          </a:xfrm>
        </p:grpSpPr>
        <p:sp>
          <p:nvSpPr>
            <p:cNvPr id="568" name="Google Shape;568;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 name="Google Shape;572;p11"/>
          <p:cNvGrpSpPr/>
          <p:nvPr/>
        </p:nvGrpSpPr>
        <p:grpSpPr>
          <a:xfrm rot="5400000">
            <a:off x="7551683" y="3879926"/>
            <a:ext cx="293111" cy="293388"/>
            <a:chOff x="3164039" y="430875"/>
            <a:chExt cx="293111" cy="293388"/>
          </a:xfrm>
        </p:grpSpPr>
        <p:sp>
          <p:nvSpPr>
            <p:cNvPr id="573" name="Google Shape;573;p1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11"/>
          <p:cNvGrpSpPr/>
          <p:nvPr/>
        </p:nvGrpSpPr>
        <p:grpSpPr>
          <a:xfrm rot="5400000" flipH="1">
            <a:off x="8259052" y="323144"/>
            <a:ext cx="175013" cy="27000"/>
            <a:chOff x="5662375" y="212375"/>
            <a:chExt cx="175013" cy="27000"/>
          </a:xfrm>
        </p:grpSpPr>
        <p:sp>
          <p:nvSpPr>
            <p:cNvPr id="580" name="Google Shape;58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83" name="Google Shape;583;p11"/>
          <p:cNvCxnSpPr/>
          <p:nvPr/>
        </p:nvCxnSpPr>
        <p:spPr>
          <a:xfrm rot="5400000" flipH="1">
            <a:off x="740850" y="25983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584" name="Google Shape;584;p11"/>
          <p:cNvCxnSpPr/>
          <p:nvPr/>
        </p:nvCxnSpPr>
        <p:spPr>
          <a:xfrm rot="-5400000">
            <a:off x="847100" y="355400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585" name="Google Shape;585;p11"/>
          <p:cNvCxnSpPr/>
          <p:nvPr/>
        </p:nvCxnSpPr>
        <p:spPr>
          <a:xfrm rot="5400000" flipH="1">
            <a:off x="1105775" y="415125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586" name="Google Shape;586;p11"/>
          <p:cNvGrpSpPr/>
          <p:nvPr/>
        </p:nvGrpSpPr>
        <p:grpSpPr>
          <a:xfrm rot="5400000">
            <a:off x="621475" y="4062025"/>
            <a:ext cx="581800" cy="582350"/>
            <a:chOff x="8064275" y="887850"/>
            <a:chExt cx="581800" cy="582350"/>
          </a:xfrm>
        </p:grpSpPr>
        <p:sp>
          <p:nvSpPr>
            <p:cNvPr id="587" name="Google Shape;587;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 name="Google Shape;593;p11"/>
          <p:cNvGrpSpPr/>
          <p:nvPr/>
        </p:nvGrpSpPr>
        <p:grpSpPr>
          <a:xfrm rot="5400000">
            <a:off x="1482825" y="3350800"/>
            <a:ext cx="292025" cy="292575"/>
            <a:chOff x="7353050" y="316275"/>
            <a:chExt cx="292025" cy="292575"/>
          </a:xfrm>
        </p:grpSpPr>
        <p:sp>
          <p:nvSpPr>
            <p:cNvPr id="594" name="Google Shape;594;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11"/>
          <p:cNvGrpSpPr/>
          <p:nvPr/>
        </p:nvGrpSpPr>
        <p:grpSpPr>
          <a:xfrm rot="5400000">
            <a:off x="1595125" y="4790325"/>
            <a:ext cx="175000" cy="175000"/>
            <a:chOff x="8792300" y="321275"/>
            <a:chExt cx="175000" cy="175000"/>
          </a:xfrm>
        </p:grpSpPr>
        <p:sp>
          <p:nvSpPr>
            <p:cNvPr id="599" name="Google Shape;599;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3" name="Google Shape;603;p11"/>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1"/>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1"/>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1"/>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1"/>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1"/>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9" name="Google Shape;609;p11"/>
          <p:cNvGrpSpPr/>
          <p:nvPr/>
        </p:nvGrpSpPr>
        <p:grpSpPr>
          <a:xfrm rot="5400000">
            <a:off x="1701119" y="1515381"/>
            <a:ext cx="175013" cy="27000"/>
            <a:chOff x="5662375" y="212375"/>
            <a:chExt cx="175013" cy="27000"/>
          </a:xfrm>
        </p:grpSpPr>
        <p:sp>
          <p:nvSpPr>
            <p:cNvPr id="610" name="Google Shape;61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11"/>
          <p:cNvGrpSpPr/>
          <p:nvPr/>
        </p:nvGrpSpPr>
        <p:grpSpPr>
          <a:xfrm rot="5400000">
            <a:off x="1819519" y="4562081"/>
            <a:ext cx="175013" cy="27000"/>
            <a:chOff x="5662375" y="212375"/>
            <a:chExt cx="175013" cy="27000"/>
          </a:xfrm>
        </p:grpSpPr>
        <p:sp>
          <p:nvSpPr>
            <p:cNvPr id="614" name="Google Shape;614;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 name="Google Shape;617;p11"/>
          <p:cNvGrpSpPr/>
          <p:nvPr/>
        </p:nvGrpSpPr>
        <p:grpSpPr>
          <a:xfrm rot="5400000">
            <a:off x="408594" y="4140781"/>
            <a:ext cx="175013" cy="27000"/>
            <a:chOff x="5662375" y="212375"/>
            <a:chExt cx="175013" cy="27000"/>
          </a:xfrm>
        </p:grpSpPr>
        <p:sp>
          <p:nvSpPr>
            <p:cNvPr id="618" name="Google Shape;618;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11"/>
          <p:cNvSpPr txBox="1">
            <a:spLocks noGrp="1"/>
          </p:cNvSpPr>
          <p:nvPr>
            <p:ph type="title" hasCustomPrompt="1"/>
          </p:nvPr>
        </p:nvSpPr>
        <p:spPr>
          <a:xfrm>
            <a:off x="2624328" y="2057400"/>
            <a:ext cx="3904500" cy="786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columns of text">
  <p:cSld name="CUSTOM_1">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39" name="Google Shape;639;p14"/>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0" name="Google Shape;640;p14"/>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1" name="Google Shape;641;p14"/>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2" name="Google Shape;642;p14"/>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3" name="Google Shape;643;p14"/>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4" name="Google Shape;644;p14"/>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14"/>
            <p:cNvCxnSpPr/>
            <p:nvPr/>
          </p:nvCxnSpPr>
          <p:spPr>
            <a:xfrm>
              <a:off x="8666025" y="-1158"/>
              <a:ext cx="0" cy="1902000"/>
            </a:xfrm>
            <a:prstGeom prst="straightConnector1">
              <a:avLst/>
            </a:prstGeom>
            <a:noFill/>
            <a:ln w="9525" cap="flat" cmpd="sng">
              <a:solidFill>
                <a:schemeClr val="dk1"/>
              </a:solidFill>
              <a:prstDash val="solid"/>
              <a:round/>
              <a:headEnd type="none" w="med" len="med"/>
              <a:tailEnd type="none" w="med" len="med"/>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columns of text">
  <p:cSld name="CUSTOM_2">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67" name="Google Shape;667;p15"/>
          <p:cNvSpPr txBox="1">
            <a:spLocks noGrp="1"/>
          </p:cNvSpPr>
          <p:nvPr>
            <p:ph type="subTitle" idx="1"/>
          </p:nvPr>
        </p:nvSpPr>
        <p:spPr>
          <a:xfrm>
            <a:off x="1709928" y="1545336"/>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68" name="Google Shape;668;p15"/>
          <p:cNvSpPr txBox="1">
            <a:spLocks noGrp="1"/>
          </p:cNvSpPr>
          <p:nvPr>
            <p:ph type="subTitle" idx="2"/>
          </p:nvPr>
        </p:nvSpPr>
        <p:spPr>
          <a:xfrm>
            <a:off x="1709928" y="1938528"/>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69" name="Google Shape;669;p15"/>
          <p:cNvSpPr txBox="1">
            <a:spLocks noGrp="1"/>
          </p:cNvSpPr>
          <p:nvPr>
            <p:ph type="subTitle" idx="3"/>
          </p:nvPr>
        </p:nvSpPr>
        <p:spPr>
          <a:xfrm>
            <a:off x="5468112" y="1545336"/>
            <a:ext cx="19476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0" name="Google Shape;670;p15"/>
          <p:cNvSpPr txBox="1">
            <a:spLocks noGrp="1"/>
          </p:cNvSpPr>
          <p:nvPr>
            <p:ph type="subTitle" idx="4"/>
          </p:nvPr>
        </p:nvSpPr>
        <p:spPr>
          <a:xfrm>
            <a:off x="5468112" y="1938528"/>
            <a:ext cx="19476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1" name="Google Shape;671;p15"/>
          <p:cNvSpPr txBox="1">
            <a:spLocks noGrp="1"/>
          </p:cNvSpPr>
          <p:nvPr>
            <p:ph type="subTitle" idx="5"/>
          </p:nvPr>
        </p:nvSpPr>
        <p:spPr>
          <a:xfrm>
            <a:off x="2825496" y="3200400"/>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2" name="Google Shape;672;p15"/>
          <p:cNvSpPr txBox="1">
            <a:spLocks noGrp="1"/>
          </p:cNvSpPr>
          <p:nvPr>
            <p:ph type="subTitle" idx="6"/>
          </p:nvPr>
        </p:nvSpPr>
        <p:spPr>
          <a:xfrm>
            <a:off x="2825496" y="3593592"/>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3" name="Google Shape;673;p15"/>
          <p:cNvSpPr txBox="1">
            <a:spLocks noGrp="1"/>
          </p:cNvSpPr>
          <p:nvPr>
            <p:ph type="subTitle" idx="7"/>
          </p:nvPr>
        </p:nvSpPr>
        <p:spPr>
          <a:xfrm>
            <a:off x="6464808" y="3200400"/>
            <a:ext cx="19935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4" name="Google Shape;674;p15"/>
          <p:cNvSpPr txBox="1">
            <a:spLocks noGrp="1"/>
          </p:cNvSpPr>
          <p:nvPr>
            <p:ph type="subTitle" idx="8"/>
          </p:nvPr>
        </p:nvSpPr>
        <p:spPr>
          <a:xfrm>
            <a:off x="6464808" y="3593592"/>
            <a:ext cx="19935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cxnSp>
        <p:nvCxnSpPr>
          <p:cNvPr id="675" name="Google Shape;675;p15"/>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676" name="Google Shape;676;p15"/>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677" name="Google Shape;677;p15"/>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678" name="Google Shape;678;p15"/>
          <p:cNvGrpSpPr/>
          <p:nvPr/>
        </p:nvGrpSpPr>
        <p:grpSpPr>
          <a:xfrm flipH="1">
            <a:off x="423750" y="125363"/>
            <a:ext cx="292025" cy="292575"/>
            <a:chOff x="7353050" y="316275"/>
            <a:chExt cx="292025" cy="292575"/>
          </a:xfrm>
        </p:grpSpPr>
        <p:sp>
          <p:nvSpPr>
            <p:cNvPr id="679" name="Google Shape;679;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15"/>
          <p:cNvGrpSpPr/>
          <p:nvPr/>
        </p:nvGrpSpPr>
        <p:grpSpPr>
          <a:xfrm>
            <a:off x="1638739" y="558163"/>
            <a:ext cx="293111" cy="293388"/>
            <a:chOff x="3164039" y="430875"/>
            <a:chExt cx="293111" cy="293388"/>
          </a:xfrm>
        </p:grpSpPr>
        <p:sp>
          <p:nvSpPr>
            <p:cNvPr id="684" name="Google Shape;684;p1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 name="Google Shape;690;p15"/>
          <p:cNvGrpSpPr/>
          <p:nvPr/>
        </p:nvGrpSpPr>
        <p:grpSpPr>
          <a:xfrm>
            <a:off x="1591750" y="362600"/>
            <a:ext cx="175013" cy="27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4" name="Google Shape;694;p15"/>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695" name="Google Shape;695;p15"/>
          <p:cNvGrpSpPr/>
          <p:nvPr/>
        </p:nvGrpSpPr>
        <p:grpSpPr>
          <a:xfrm>
            <a:off x="7823875" y="202375"/>
            <a:ext cx="581800" cy="582350"/>
            <a:chOff x="8064275" y="887850"/>
            <a:chExt cx="581800" cy="582350"/>
          </a:xfrm>
        </p:grpSpPr>
        <p:sp>
          <p:nvSpPr>
            <p:cNvPr id="696" name="Google Shape;696;p1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 name="Google Shape;702;p15"/>
          <p:cNvGrpSpPr/>
          <p:nvPr/>
        </p:nvGrpSpPr>
        <p:grpSpPr>
          <a:xfrm flipH="1">
            <a:off x="8698650" y="1117488"/>
            <a:ext cx="292025" cy="292575"/>
            <a:chOff x="7353050" y="316275"/>
            <a:chExt cx="292025" cy="292575"/>
          </a:xfrm>
        </p:grpSpPr>
        <p:sp>
          <p:nvSpPr>
            <p:cNvPr id="703" name="Google Shape;703;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707;p15"/>
          <p:cNvGrpSpPr/>
          <p:nvPr/>
        </p:nvGrpSpPr>
        <p:grpSpPr>
          <a:xfrm>
            <a:off x="8678350" y="1581800"/>
            <a:ext cx="175013" cy="27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of text 2">
  <p:cSld name="CUSTOM_7">
    <p:spTree>
      <p:nvGrpSpPr>
        <p:cNvPr id="1" name="Shape 711"/>
        <p:cNvGrpSpPr/>
        <p:nvPr/>
      </p:nvGrpSpPr>
      <p:grpSpPr>
        <a:xfrm>
          <a:off x="0" y="0"/>
          <a:ext cx="0" cy="0"/>
          <a:chOff x="0" y="0"/>
          <a:chExt cx="0" cy="0"/>
        </a:xfrm>
      </p:grpSpPr>
      <p:cxnSp>
        <p:nvCxnSpPr>
          <p:cNvPr id="712" name="Google Shape;712;p16"/>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sp>
        <p:nvSpPr>
          <p:cNvPr id="713" name="Google Shape;713;p16"/>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cxnSp>
        <p:nvCxnSpPr>
          <p:cNvPr id="714" name="Google Shape;714;p16"/>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715" name="Google Shape;715;p16"/>
          <p:cNvGrpSpPr/>
          <p:nvPr/>
        </p:nvGrpSpPr>
        <p:grpSpPr>
          <a:xfrm flipH="1">
            <a:off x="431725" y="4183775"/>
            <a:ext cx="292025" cy="292575"/>
            <a:chOff x="7353050" y="316275"/>
            <a:chExt cx="292025" cy="292575"/>
          </a:xfrm>
        </p:grpSpPr>
        <p:sp>
          <p:nvSpPr>
            <p:cNvPr id="716" name="Google Shape;716;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 name="Google Shape;720;p16"/>
          <p:cNvGrpSpPr/>
          <p:nvPr/>
        </p:nvGrpSpPr>
        <p:grpSpPr>
          <a:xfrm>
            <a:off x="1075789" y="4604675"/>
            <a:ext cx="293111" cy="293388"/>
            <a:chOff x="3164039" y="430875"/>
            <a:chExt cx="293111" cy="293388"/>
          </a:xfrm>
        </p:grpSpPr>
        <p:sp>
          <p:nvSpPr>
            <p:cNvPr id="721" name="Google Shape;721;p1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727" name="Google Shape;727;p16"/>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728" name="Google Shape;728;p16"/>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729" name="Google Shape;729;p16"/>
          <p:cNvGrpSpPr/>
          <p:nvPr/>
        </p:nvGrpSpPr>
        <p:grpSpPr>
          <a:xfrm>
            <a:off x="8064275" y="526925"/>
            <a:ext cx="581800" cy="582350"/>
            <a:chOff x="8064275" y="887850"/>
            <a:chExt cx="581800" cy="582350"/>
          </a:xfrm>
        </p:grpSpPr>
        <p:sp>
          <p:nvSpPr>
            <p:cNvPr id="730" name="Google Shape;730;p1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 name="Google Shape;736;p16"/>
          <p:cNvGrpSpPr/>
          <p:nvPr/>
        </p:nvGrpSpPr>
        <p:grpSpPr>
          <a:xfrm>
            <a:off x="7033875" y="170875"/>
            <a:ext cx="292025" cy="292575"/>
            <a:chOff x="7353050" y="316275"/>
            <a:chExt cx="292025" cy="292575"/>
          </a:xfrm>
        </p:grpSpPr>
        <p:sp>
          <p:nvSpPr>
            <p:cNvPr id="737" name="Google Shape;737;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 name="Google Shape;741;p16"/>
          <p:cNvGrpSpPr/>
          <p:nvPr/>
        </p:nvGrpSpPr>
        <p:grpSpPr>
          <a:xfrm>
            <a:off x="8757950" y="229650"/>
            <a:ext cx="175000" cy="175000"/>
            <a:chOff x="8792300" y="321275"/>
            <a:chExt cx="175000" cy="175000"/>
          </a:xfrm>
        </p:grpSpPr>
        <p:sp>
          <p:nvSpPr>
            <p:cNvPr id="742" name="Google Shape;742;p1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746;p16"/>
          <p:cNvGrpSpPr/>
          <p:nvPr/>
        </p:nvGrpSpPr>
        <p:grpSpPr>
          <a:xfrm>
            <a:off x="8490050" y="170875"/>
            <a:ext cx="175013" cy="27000"/>
            <a:chOff x="5662375" y="212375"/>
            <a:chExt cx="175013" cy="27000"/>
          </a:xfrm>
        </p:grpSpPr>
        <p:sp>
          <p:nvSpPr>
            <p:cNvPr id="747" name="Google Shape;747;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 name="Google Shape;750;p16"/>
          <p:cNvGrpSpPr/>
          <p:nvPr/>
        </p:nvGrpSpPr>
        <p:grpSpPr>
          <a:xfrm>
            <a:off x="7916350" y="1124600"/>
            <a:ext cx="175013" cy="27000"/>
            <a:chOff x="5662375" y="212375"/>
            <a:chExt cx="175013" cy="27000"/>
          </a:xfrm>
        </p:grpSpPr>
        <p:sp>
          <p:nvSpPr>
            <p:cNvPr id="751" name="Google Shape;751;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4" name="Google Shape;754;p16"/>
          <p:cNvSpPr txBox="1">
            <a:spLocks noGrp="1"/>
          </p:cNvSpPr>
          <p:nvPr>
            <p:ph type="subTitle" idx="1"/>
          </p:nvPr>
        </p:nvSpPr>
        <p:spPr>
          <a:xfrm>
            <a:off x="6217920"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5" name="Google Shape;755;p16"/>
          <p:cNvSpPr txBox="1">
            <a:spLocks noGrp="1"/>
          </p:cNvSpPr>
          <p:nvPr>
            <p:ph type="subTitle" idx="2"/>
          </p:nvPr>
        </p:nvSpPr>
        <p:spPr>
          <a:xfrm>
            <a:off x="3749040" y="1252728"/>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6" name="Google Shape;756;p16"/>
          <p:cNvSpPr txBox="1">
            <a:spLocks noGrp="1"/>
          </p:cNvSpPr>
          <p:nvPr>
            <p:ph type="subTitle" idx="3"/>
          </p:nvPr>
        </p:nvSpPr>
        <p:spPr>
          <a:xfrm>
            <a:off x="1289304"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7" name="Google Shape;757;p16"/>
          <p:cNvSpPr txBox="1">
            <a:spLocks noGrp="1"/>
          </p:cNvSpPr>
          <p:nvPr>
            <p:ph type="subTitle" idx="4"/>
          </p:nvPr>
        </p:nvSpPr>
        <p:spPr>
          <a:xfrm>
            <a:off x="6217920" y="2139696"/>
            <a:ext cx="16368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defRPr>
            </a:lvl1pPr>
            <a:lvl2pPr lvl="1" algn="ctr" rtl="0">
              <a:spcBef>
                <a:spcPts val="0"/>
              </a:spcBef>
              <a:spcAft>
                <a:spcPts val="0"/>
              </a:spcAft>
              <a:buNone/>
              <a:defRPr sz="1600">
                <a:solidFill>
                  <a:schemeClr val="dk2"/>
                </a:solidFill>
              </a:defRPr>
            </a:lvl2pPr>
            <a:lvl3pPr lvl="2" algn="ctr" rtl="0">
              <a:spcBef>
                <a:spcPts val="0"/>
              </a:spcBef>
              <a:spcAft>
                <a:spcPts val="0"/>
              </a:spcAft>
              <a:buNone/>
              <a:defRPr sz="1600">
                <a:solidFill>
                  <a:schemeClr val="dk2"/>
                </a:solidFill>
              </a:defRPr>
            </a:lvl3pPr>
            <a:lvl4pPr lvl="3" algn="ctr" rtl="0">
              <a:spcBef>
                <a:spcPts val="0"/>
              </a:spcBef>
              <a:spcAft>
                <a:spcPts val="0"/>
              </a:spcAft>
              <a:buNone/>
              <a:defRPr sz="1600">
                <a:solidFill>
                  <a:schemeClr val="dk2"/>
                </a:solidFill>
              </a:defRPr>
            </a:lvl4pPr>
            <a:lvl5pPr lvl="4" algn="ctr" rtl="0">
              <a:spcBef>
                <a:spcPts val="0"/>
              </a:spcBef>
              <a:spcAft>
                <a:spcPts val="0"/>
              </a:spcAft>
              <a:buNone/>
              <a:defRPr sz="1600">
                <a:solidFill>
                  <a:schemeClr val="dk2"/>
                </a:solidFill>
              </a:defRPr>
            </a:lvl5pPr>
            <a:lvl6pPr lvl="5" algn="ctr" rtl="0">
              <a:spcBef>
                <a:spcPts val="0"/>
              </a:spcBef>
              <a:spcAft>
                <a:spcPts val="0"/>
              </a:spcAft>
              <a:buNone/>
              <a:defRPr sz="1600">
                <a:solidFill>
                  <a:schemeClr val="dk2"/>
                </a:solidFill>
              </a:defRPr>
            </a:lvl6pPr>
            <a:lvl7pPr lvl="6" algn="ctr" rtl="0">
              <a:spcBef>
                <a:spcPts val="0"/>
              </a:spcBef>
              <a:spcAft>
                <a:spcPts val="0"/>
              </a:spcAft>
              <a:buNone/>
              <a:defRPr sz="1600">
                <a:solidFill>
                  <a:schemeClr val="dk2"/>
                </a:solidFill>
              </a:defRPr>
            </a:lvl7pPr>
            <a:lvl8pPr lvl="7" algn="ctr" rtl="0">
              <a:spcBef>
                <a:spcPts val="0"/>
              </a:spcBef>
              <a:spcAft>
                <a:spcPts val="0"/>
              </a:spcAft>
              <a:buNone/>
              <a:defRPr sz="1600">
                <a:solidFill>
                  <a:schemeClr val="dk2"/>
                </a:solidFill>
              </a:defRPr>
            </a:lvl8pPr>
            <a:lvl9pPr lvl="8" algn="ctr" rtl="0">
              <a:spcBef>
                <a:spcPts val="0"/>
              </a:spcBef>
              <a:spcAft>
                <a:spcPts val="0"/>
              </a:spcAft>
              <a:buNone/>
              <a:defRPr sz="1600">
                <a:solidFill>
                  <a:schemeClr val="dk2"/>
                </a:solidFill>
              </a:defRPr>
            </a:lvl9pPr>
          </a:lstStyle>
          <a:p>
            <a:endParaRPr/>
          </a:p>
        </p:txBody>
      </p:sp>
      <p:sp>
        <p:nvSpPr>
          <p:cNvPr id="758" name="Google Shape;758;p16"/>
          <p:cNvSpPr txBox="1">
            <a:spLocks noGrp="1"/>
          </p:cNvSpPr>
          <p:nvPr>
            <p:ph type="subTitle" idx="5"/>
          </p:nvPr>
        </p:nvSpPr>
        <p:spPr>
          <a:xfrm>
            <a:off x="3749040" y="1581912"/>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759" name="Google Shape;759;p16"/>
          <p:cNvSpPr txBox="1">
            <a:spLocks noGrp="1"/>
          </p:cNvSpPr>
          <p:nvPr>
            <p:ph type="subTitle" idx="6"/>
          </p:nvPr>
        </p:nvSpPr>
        <p:spPr>
          <a:xfrm>
            <a:off x="1289304" y="2139696"/>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ix columns of text">
  <p:cSld name="CUSTOM_8">
    <p:spTree>
      <p:nvGrpSpPr>
        <p:cNvPr id="1" name="Shape 760"/>
        <p:cNvGrpSpPr/>
        <p:nvPr/>
      </p:nvGrpSpPr>
      <p:grpSpPr>
        <a:xfrm>
          <a:off x="0" y="0"/>
          <a:ext cx="0" cy="0"/>
          <a:chOff x="0" y="0"/>
          <a:chExt cx="0" cy="0"/>
        </a:xfrm>
      </p:grpSpPr>
      <p:sp>
        <p:nvSpPr>
          <p:cNvPr id="761" name="Google Shape;761;p17"/>
          <p:cNvSpPr txBox="1">
            <a:spLocks noGrp="1"/>
          </p:cNvSpPr>
          <p:nvPr>
            <p:ph type="title"/>
          </p:nvPr>
        </p:nvSpPr>
        <p:spPr>
          <a:xfrm>
            <a:off x="3090672" y="338328"/>
            <a:ext cx="2962800" cy="5760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762" name="Google Shape;762;p17"/>
          <p:cNvSpPr txBox="1">
            <a:spLocks noGrp="1"/>
          </p:cNvSpPr>
          <p:nvPr>
            <p:ph type="subTitle" idx="1"/>
          </p:nvPr>
        </p:nvSpPr>
        <p:spPr>
          <a:xfrm>
            <a:off x="152242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3" name="Google Shape;763;p17"/>
          <p:cNvSpPr txBox="1">
            <a:spLocks noGrp="1"/>
          </p:cNvSpPr>
          <p:nvPr>
            <p:ph type="subTitle" idx="2"/>
          </p:nvPr>
        </p:nvSpPr>
        <p:spPr>
          <a:xfrm>
            <a:off x="152242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4" name="Google Shape;764;p17"/>
          <p:cNvSpPr txBox="1">
            <a:spLocks noGrp="1"/>
          </p:cNvSpPr>
          <p:nvPr>
            <p:ph type="subTitle" idx="3"/>
          </p:nvPr>
        </p:nvSpPr>
        <p:spPr>
          <a:xfrm>
            <a:off x="3689552" y="1588336"/>
            <a:ext cx="17649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5" name="Google Shape;765;p17"/>
          <p:cNvSpPr txBox="1">
            <a:spLocks noGrp="1"/>
          </p:cNvSpPr>
          <p:nvPr>
            <p:ph type="subTitle" idx="4"/>
          </p:nvPr>
        </p:nvSpPr>
        <p:spPr>
          <a:xfrm>
            <a:off x="3689552"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9pPr>
          </a:lstStyle>
          <a:p>
            <a:endParaRPr/>
          </a:p>
        </p:txBody>
      </p:sp>
      <p:sp>
        <p:nvSpPr>
          <p:cNvPr id="766" name="Google Shape;766;p17"/>
          <p:cNvSpPr txBox="1">
            <a:spLocks noGrp="1"/>
          </p:cNvSpPr>
          <p:nvPr>
            <p:ph type="subTitle" idx="5"/>
          </p:nvPr>
        </p:nvSpPr>
        <p:spPr>
          <a:xfrm>
            <a:off x="585667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7" name="Google Shape;767;p17"/>
          <p:cNvSpPr txBox="1">
            <a:spLocks noGrp="1"/>
          </p:cNvSpPr>
          <p:nvPr>
            <p:ph type="subTitle" idx="6"/>
          </p:nvPr>
        </p:nvSpPr>
        <p:spPr>
          <a:xfrm>
            <a:off x="585667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8" name="Google Shape;768;p17"/>
          <p:cNvSpPr txBox="1">
            <a:spLocks noGrp="1"/>
          </p:cNvSpPr>
          <p:nvPr>
            <p:ph type="subTitle" idx="7"/>
          </p:nvPr>
        </p:nvSpPr>
        <p:spPr>
          <a:xfrm>
            <a:off x="152242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9" name="Google Shape;769;p17"/>
          <p:cNvSpPr txBox="1">
            <a:spLocks noGrp="1"/>
          </p:cNvSpPr>
          <p:nvPr>
            <p:ph type="subTitle" idx="8"/>
          </p:nvPr>
        </p:nvSpPr>
        <p:spPr>
          <a:xfrm>
            <a:off x="152242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0" name="Google Shape;770;p17"/>
          <p:cNvSpPr txBox="1">
            <a:spLocks noGrp="1"/>
          </p:cNvSpPr>
          <p:nvPr>
            <p:ph type="subTitle" idx="9"/>
          </p:nvPr>
        </p:nvSpPr>
        <p:spPr>
          <a:xfrm>
            <a:off x="3597450" y="3215961"/>
            <a:ext cx="19491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1" name="Google Shape;771;p17"/>
          <p:cNvSpPr txBox="1">
            <a:spLocks noGrp="1"/>
          </p:cNvSpPr>
          <p:nvPr>
            <p:ph type="subTitle" idx="13"/>
          </p:nvPr>
        </p:nvSpPr>
        <p:spPr>
          <a:xfrm>
            <a:off x="3597500" y="3556017"/>
            <a:ext cx="19491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2" name="Google Shape;772;p17"/>
          <p:cNvSpPr txBox="1">
            <a:spLocks noGrp="1"/>
          </p:cNvSpPr>
          <p:nvPr>
            <p:ph type="subTitle" idx="14"/>
          </p:nvPr>
        </p:nvSpPr>
        <p:spPr>
          <a:xfrm>
            <a:off x="585667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3" name="Google Shape;773;p17"/>
          <p:cNvSpPr txBox="1">
            <a:spLocks noGrp="1"/>
          </p:cNvSpPr>
          <p:nvPr>
            <p:ph type="subTitle" idx="15"/>
          </p:nvPr>
        </p:nvSpPr>
        <p:spPr>
          <a:xfrm>
            <a:off x="585667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774" name="Google Shape;774;p17"/>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775" name="Google Shape;775;p17"/>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776" name="Google Shape;776;p17"/>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777" name="Google Shape;777;p17"/>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778" name="Google Shape;778;p17"/>
          <p:cNvGrpSpPr/>
          <p:nvPr/>
        </p:nvGrpSpPr>
        <p:grpSpPr>
          <a:xfrm flipH="1">
            <a:off x="1278333" y="4513075"/>
            <a:ext cx="581800" cy="582350"/>
            <a:chOff x="8064275" y="887850"/>
            <a:chExt cx="581800" cy="582350"/>
          </a:xfrm>
        </p:grpSpPr>
        <p:sp>
          <p:nvSpPr>
            <p:cNvPr id="779" name="Google Shape;779;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 name="Google Shape;785;p17"/>
          <p:cNvGrpSpPr/>
          <p:nvPr/>
        </p:nvGrpSpPr>
        <p:grpSpPr>
          <a:xfrm flipH="1">
            <a:off x="2747608" y="4340463"/>
            <a:ext cx="292025" cy="292575"/>
            <a:chOff x="7353050" y="316275"/>
            <a:chExt cx="292025" cy="292575"/>
          </a:xfrm>
        </p:grpSpPr>
        <p:sp>
          <p:nvSpPr>
            <p:cNvPr id="786" name="Google Shape;786;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7"/>
          <p:cNvGrpSpPr/>
          <p:nvPr/>
        </p:nvGrpSpPr>
        <p:grpSpPr>
          <a:xfrm flipH="1">
            <a:off x="171308" y="4315025"/>
            <a:ext cx="175000" cy="175000"/>
            <a:chOff x="8792300" y="321275"/>
            <a:chExt cx="175000" cy="175000"/>
          </a:xfrm>
        </p:grpSpPr>
        <p:sp>
          <p:nvSpPr>
            <p:cNvPr id="791" name="Google Shape;791;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 name="Google Shape;795;p17"/>
          <p:cNvGrpSpPr/>
          <p:nvPr/>
        </p:nvGrpSpPr>
        <p:grpSpPr>
          <a:xfrm>
            <a:off x="3873197" y="4657550"/>
            <a:ext cx="293111" cy="293388"/>
            <a:chOff x="3164039" y="430875"/>
            <a:chExt cx="293111" cy="293388"/>
          </a:xfrm>
        </p:grpSpPr>
        <p:sp>
          <p:nvSpPr>
            <p:cNvPr id="796" name="Google Shape;796;p1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 name="Google Shape;802;p17"/>
          <p:cNvGrpSpPr/>
          <p:nvPr/>
        </p:nvGrpSpPr>
        <p:grpSpPr>
          <a:xfrm flipH="1">
            <a:off x="242270" y="4142425"/>
            <a:ext cx="175013" cy="27000"/>
            <a:chOff x="5662375" y="212375"/>
            <a:chExt cx="175013" cy="27000"/>
          </a:xfrm>
        </p:grpSpPr>
        <p:sp>
          <p:nvSpPr>
            <p:cNvPr id="803" name="Google Shape;80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06" name="Google Shape;806;p17"/>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807" name="Google Shape;807;p17"/>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808" name="Google Shape;808;p17"/>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809" name="Google Shape;809;p17"/>
          <p:cNvGrpSpPr/>
          <p:nvPr/>
        </p:nvGrpSpPr>
        <p:grpSpPr>
          <a:xfrm>
            <a:off x="8064275" y="1040250"/>
            <a:ext cx="581800" cy="582350"/>
            <a:chOff x="8064275" y="887850"/>
            <a:chExt cx="581800" cy="582350"/>
          </a:xfrm>
        </p:grpSpPr>
        <p:sp>
          <p:nvSpPr>
            <p:cNvPr id="810" name="Google Shape;810;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17"/>
          <p:cNvGrpSpPr/>
          <p:nvPr/>
        </p:nvGrpSpPr>
        <p:grpSpPr>
          <a:xfrm>
            <a:off x="7353050" y="316275"/>
            <a:ext cx="292025" cy="292575"/>
            <a:chOff x="7353050" y="316275"/>
            <a:chExt cx="292025" cy="292575"/>
          </a:xfrm>
        </p:grpSpPr>
        <p:sp>
          <p:nvSpPr>
            <p:cNvPr id="817" name="Google Shape;817;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 name="Google Shape;821;p17"/>
          <p:cNvGrpSpPr/>
          <p:nvPr/>
        </p:nvGrpSpPr>
        <p:grpSpPr>
          <a:xfrm>
            <a:off x="8792300" y="321275"/>
            <a:ext cx="175000" cy="175000"/>
            <a:chOff x="8792300" y="321275"/>
            <a:chExt cx="175000" cy="175000"/>
          </a:xfrm>
        </p:grpSpPr>
        <p:sp>
          <p:nvSpPr>
            <p:cNvPr id="822" name="Google Shape;822;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6" name="Google Shape;826;p17"/>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7"/>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7"/>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7"/>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7"/>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7"/>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2" name="Google Shape;832;p17"/>
          <p:cNvGrpSpPr/>
          <p:nvPr/>
        </p:nvGrpSpPr>
        <p:grpSpPr>
          <a:xfrm>
            <a:off x="8490050" y="170875"/>
            <a:ext cx="175013" cy="27000"/>
            <a:chOff x="5662375" y="212375"/>
            <a:chExt cx="175013" cy="27000"/>
          </a:xfrm>
        </p:grpSpPr>
        <p:sp>
          <p:nvSpPr>
            <p:cNvPr id="833" name="Google Shape;83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17"/>
          <p:cNvGrpSpPr/>
          <p:nvPr/>
        </p:nvGrpSpPr>
        <p:grpSpPr>
          <a:xfrm>
            <a:off x="8678350" y="1658000"/>
            <a:ext cx="175013" cy="27000"/>
            <a:chOff x="5662375" y="212375"/>
            <a:chExt cx="175013" cy="27000"/>
          </a:xfrm>
        </p:grpSpPr>
        <p:sp>
          <p:nvSpPr>
            <p:cNvPr id="837" name="Google Shape;837;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2">
  <p:cSld name="CUSTOM_10">
    <p:spTree>
      <p:nvGrpSpPr>
        <p:cNvPr id="1" name="Shape 840"/>
        <p:cNvGrpSpPr/>
        <p:nvPr/>
      </p:nvGrpSpPr>
      <p:grpSpPr>
        <a:xfrm>
          <a:off x="0" y="0"/>
          <a:ext cx="0" cy="0"/>
          <a:chOff x="0" y="0"/>
          <a:chExt cx="0" cy="0"/>
        </a:xfrm>
      </p:grpSpPr>
      <p:sp>
        <p:nvSpPr>
          <p:cNvPr id="841" name="Google Shape;841;p18"/>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842" name="Google Shape;842;p18"/>
          <p:cNvSpPr txBox="1">
            <a:spLocks noGrp="1"/>
          </p:cNvSpPr>
          <p:nvPr>
            <p:ph type="subTitle" idx="1"/>
          </p:nvPr>
        </p:nvSpPr>
        <p:spPr>
          <a:xfrm>
            <a:off x="4690875" y="1491351"/>
            <a:ext cx="3557100" cy="2656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843" name="Google Shape;843;p18"/>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844" name="Google Shape;844;p18"/>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845" name="Google Shape;845;p18"/>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846" name="Google Shape;846;p18"/>
          <p:cNvGrpSpPr/>
          <p:nvPr/>
        </p:nvGrpSpPr>
        <p:grpSpPr>
          <a:xfrm flipH="1">
            <a:off x="423750" y="125363"/>
            <a:ext cx="292025" cy="292575"/>
            <a:chOff x="7353050" y="316275"/>
            <a:chExt cx="292025" cy="292575"/>
          </a:xfrm>
        </p:grpSpPr>
        <p:sp>
          <p:nvSpPr>
            <p:cNvPr id="847" name="Google Shape;847;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18"/>
          <p:cNvGrpSpPr/>
          <p:nvPr/>
        </p:nvGrpSpPr>
        <p:grpSpPr>
          <a:xfrm>
            <a:off x="1638739" y="558163"/>
            <a:ext cx="293111" cy="293388"/>
            <a:chOff x="3164039" y="430875"/>
            <a:chExt cx="293111" cy="293388"/>
          </a:xfrm>
        </p:grpSpPr>
        <p:sp>
          <p:nvSpPr>
            <p:cNvPr id="852" name="Google Shape;852;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 name="Google Shape;858;p18"/>
          <p:cNvGrpSpPr/>
          <p:nvPr/>
        </p:nvGrpSpPr>
        <p:grpSpPr>
          <a:xfrm>
            <a:off x="1591750" y="362600"/>
            <a:ext cx="175013" cy="27000"/>
            <a:chOff x="5662375" y="212375"/>
            <a:chExt cx="175013" cy="27000"/>
          </a:xfrm>
        </p:grpSpPr>
        <p:sp>
          <p:nvSpPr>
            <p:cNvPr id="859" name="Google Shape;859;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62" name="Google Shape;862;p18"/>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863" name="Google Shape;863;p18"/>
          <p:cNvGrpSpPr/>
          <p:nvPr/>
        </p:nvGrpSpPr>
        <p:grpSpPr>
          <a:xfrm>
            <a:off x="7823875" y="202375"/>
            <a:ext cx="581800" cy="582350"/>
            <a:chOff x="8064275" y="887850"/>
            <a:chExt cx="581800" cy="582350"/>
          </a:xfrm>
        </p:grpSpPr>
        <p:sp>
          <p:nvSpPr>
            <p:cNvPr id="864" name="Google Shape;86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 name="Google Shape;870;p18"/>
          <p:cNvGrpSpPr/>
          <p:nvPr/>
        </p:nvGrpSpPr>
        <p:grpSpPr>
          <a:xfrm flipH="1">
            <a:off x="8698650" y="1117488"/>
            <a:ext cx="292025" cy="292575"/>
            <a:chOff x="7353050" y="316275"/>
            <a:chExt cx="292025" cy="292575"/>
          </a:xfrm>
        </p:grpSpPr>
        <p:sp>
          <p:nvSpPr>
            <p:cNvPr id="871" name="Google Shape;87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18"/>
          <p:cNvGrpSpPr/>
          <p:nvPr/>
        </p:nvGrpSpPr>
        <p:grpSpPr>
          <a:xfrm>
            <a:off x="8678350" y="1581800"/>
            <a:ext cx="175013" cy="27000"/>
            <a:chOff x="5662375" y="212375"/>
            <a:chExt cx="175013" cy="27000"/>
          </a:xfrm>
        </p:grpSpPr>
        <p:sp>
          <p:nvSpPr>
            <p:cNvPr id="876" name="Google Shape;876;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9" name="Google Shape;879;p18"/>
          <p:cNvCxnSpPr/>
          <p:nvPr/>
        </p:nvCxnSpPr>
        <p:spPr>
          <a:xfrm flipH="1">
            <a:off x="5101704"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18"/>
          <p:cNvCxnSpPr/>
          <p:nvPr/>
        </p:nvCxnSpPr>
        <p:spPr>
          <a:xfrm rot="10800000">
            <a:off x="6234804"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18"/>
          <p:cNvCxnSpPr/>
          <p:nvPr/>
        </p:nvCxnSpPr>
        <p:spPr>
          <a:xfrm flipH="1">
            <a:off x="7547529"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882" name="Google Shape;882;p18"/>
          <p:cNvCxnSpPr/>
          <p:nvPr/>
        </p:nvCxnSpPr>
        <p:spPr>
          <a:xfrm flipH="1">
            <a:off x="8872054"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883" name="Google Shape;883;p18"/>
          <p:cNvGrpSpPr/>
          <p:nvPr/>
        </p:nvGrpSpPr>
        <p:grpSpPr>
          <a:xfrm>
            <a:off x="7278954" y="4513075"/>
            <a:ext cx="581800" cy="582350"/>
            <a:chOff x="8064275" y="887850"/>
            <a:chExt cx="581800" cy="582350"/>
          </a:xfrm>
        </p:grpSpPr>
        <p:sp>
          <p:nvSpPr>
            <p:cNvPr id="884" name="Google Shape;88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18"/>
          <p:cNvGrpSpPr/>
          <p:nvPr/>
        </p:nvGrpSpPr>
        <p:grpSpPr>
          <a:xfrm>
            <a:off x="6099454" y="4340463"/>
            <a:ext cx="292025" cy="292575"/>
            <a:chOff x="7353050" y="316275"/>
            <a:chExt cx="292025" cy="292575"/>
          </a:xfrm>
        </p:grpSpPr>
        <p:sp>
          <p:nvSpPr>
            <p:cNvPr id="891" name="Google Shape;89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18"/>
          <p:cNvGrpSpPr/>
          <p:nvPr/>
        </p:nvGrpSpPr>
        <p:grpSpPr>
          <a:xfrm>
            <a:off x="8792779" y="4315025"/>
            <a:ext cx="175000" cy="175000"/>
            <a:chOff x="8792300" y="321275"/>
            <a:chExt cx="175000" cy="175000"/>
          </a:xfrm>
        </p:grpSpPr>
        <p:sp>
          <p:nvSpPr>
            <p:cNvPr id="896" name="Google Shape;896;p1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18"/>
          <p:cNvGrpSpPr/>
          <p:nvPr/>
        </p:nvGrpSpPr>
        <p:grpSpPr>
          <a:xfrm flipH="1">
            <a:off x="4972779" y="4657550"/>
            <a:ext cx="293111" cy="293388"/>
            <a:chOff x="3164039" y="430875"/>
            <a:chExt cx="293111" cy="293388"/>
          </a:xfrm>
        </p:grpSpPr>
        <p:sp>
          <p:nvSpPr>
            <p:cNvPr id="901" name="Google Shape;901;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18"/>
          <p:cNvGrpSpPr/>
          <p:nvPr/>
        </p:nvGrpSpPr>
        <p:grpSpPr>
          <a:xfrm>
            <a:off x="8721804" y="4142425"/>
            <a:ext cx="175013" cy="27000"/>
            <a:chOff x="5662375" y="212375"/>
            <a:chExt cx="175013" cy="27000"/>
          </a:xfrm>
        </p:grpSpPr>
        <p:sp>
          <p:nvSpPr>
            <p:cNvPr id="908" name="Google Shape;908;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911"/>
        <p:cNvGrpSpPr/>
        <p:nvPr/>
      </p:nvGrpSpPr>
      <p:grpSpPr>
        <a:xfrm>
          <a:off x="0" y="0"/>
          <a:ext cx="0" cy="0"/>
          <a:chOff x="0" y="0"/>
          <a:chExt cx="0" cy="0"/>
        </a:xfrm>
      </p:grpSpPr>
      <p:sp>
        <p:nvSpPr>
          <p:cNvPr id="912" name="Google Shape;912;p19"/>
          <p:cNvSpPr txBox="1">
            <a:spLocks noGrp="1"/>
          </p:cNvSpPr>
          <p:nvPr>
            <p:ph type="title"/>
          </p:nvPr>
        </p:nvSpPr>
        <p:spPr>
          <a:xfrm>
            <a:off x="2105425" y="384048"/>
            <a:ext cx="4937700" cy="1079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a:endParaRPr/>
          </a:p>
        </p:txBody>
      </p:sp>
      <p:sp>
        <p:nvSpPr>
          <p:cNvPr id="913" name="Google Shape;913;p19"/>
          <p:cNvSpPr txBox="1">
            <a:spLocks noGrp="1"/>
          </p:cNvSpPr>
          <p:nvPr>
            <p:ph type="subTitle" idx="1"/>
          </p:nvPr>
        </p:nvSpPr>
        <p:spPr>
          <a:xfrm>
            <a:off x="3017520" y="1709928"/>
            <a:ext cx="3099900" cy="1435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a:endParaRPr/>
          </a:p>
        </p:txBody>
      </p:sp>
      <p:sp>
        <p:nvSpPr>
          <p:cNvPr id="914" name="Google Shape;914;p19"/>
          <p:cNvSpPr txBox="1"/>
          <p:nvPr/>
        </p:nvSpPr>
        <p:spPr>
          <a:xfrm>
            <a:off x="2489375" y="3664200"/>
            <a:ext cx="4161600" cy="76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a:solidFill>
                  <a:schemeClr val="accent1"/>
                </a:solidFill>
                <a:latin typeface="Barlow Semi Condensed Medium"/>
                <a:ea typeface="Barlow Semi Condensed Medium"/>
                <a:cs typeface="Barlow Semi Condensed Medium"/>
                <a:sym typeface="Barlow Semi Condensed Medium"/>
              </a:rPr>
              <a:t>CREDITS:</a:t>
            </a:r>
            <a:r>
              <a:rPr lang="en" sz="1100">
                <a:solidFill>
                  <a:schemeClr val="dk2"/>
                </a:solidFill>
                <a:latin typeface="Barlow Semi Condensed"/>
                <a:ea typeface="Barlow Semi Condensed"/>
                <a:cs typeface="Barlow Semi Condensed"/>
                <a:sym typeface="Barlow Semi Condensed"/>
              </a:rPr>
              <a:t> This presentation template was created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xmlns:ahyp="http://schemas.microsoft.com/office/drawing/2018/hyperlinkcolor" val="tx"/>
                    </a:ext>
                  </a:extLst>
                </a:hlinkClick>
              </a:rPr>
              <a:t>Slidesgo</a:t>
            </a:r>
            <a:r>
              <a:rPr lang="en" sz="1100">
                <a:solidFill>
                  <a:schemeClr val="dk2"/>
                </a:solidFill>
                <a:latin typeface="Barlow Semi Condensed"/>
                <a:ea typeface="Barlow Semi Condensed"/>
                <a:cs typeface="Barlow Semi Condensed"/>
                <a:sym typeface="Barlow Semi Condensed"/>
              </a:rPr>
              <a:t>, including icons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xmlns:ahyp="http://schemas.microsoft.com/office/drawing/2018/hyperlinkcolor" val="tx"/>
                    </a:ext>
                  </a:extLst>
                </a:hlinkClick>
              </a:rPr>
              <a:t>Flaticon</a:t>
            </a:r>
            <a:r>
              <a:rPr lang="en" sz="1100">
                <a:solidFill>
                  <a:schemeClr val="dk2"/>
                </a:solidFill>
                <a:latin typeface="Barlow Semi Condensed"/>
                <a:ea typeface="Barlow Semi Condensed"/>
                <a:cs typeface="Barlow Semi Condensed"/>
                <a:sym typeface="Barlow Semi Condensed"/>
              </a:rPr>
              <a:t>, infographics &amp; images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xmlns:ahyp="http://schemas.microsoft.com/office/drawing/2018/hyperlinkcolor" val="tx"/>
                    </a:ext>
                  </a:extLst>
                </a:hlinkClick>
              </a:rPr>
              <a:t>Freepik</a:t>
            </a:r>
            <a:r>
              <a:rPr lang="en" sz="1100">
                <a:solidFill>
                  <a:schemeClr val="dk2"/>
                </a:solidFill>
                <a:latin typeface="Barlow Semi Condensed"/>
                <a:ea typeface="Barlow Semi Condensed"/>
                <a:cs typeface="Barlow Semi Condensed"/>
                <a:sym typeface="Barlow Semi Condensed"/>
              </a:rPr>
              <a:t> and illustrations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xmlns:ahyp="http://schemas.microsoft.com/office/drawing/2018/hyperlinkcolor" val="tx"/>
                    </a:ext>
                  </a:extLst>
                </a:hlinkClick>
              </a:rPr>
              <a:t>Stories</a:t>
            </a:r>
            <a:endParaRPr>
              <a:solidFill>
                <a:schemeClr val="dk2"/>
              </a:solidFill>
              <a:latin typeface="Barlow Semi Condensed Medium"/>
              <a:ea typeface="Barlow Semi Condensed Medium"/>
              <a:cs typeface="Barlow Semi Condensed Medium"/>
              <a:sym typeface="Barlow Semi Condensed Medium"/>
            </a:endParaRPr>
          </a:p>
          <a:p>
            <a:pPr marL="0" lvl="0" indent="0" algn="ctr" rtl="0">
              <a:spcBef>
                <a:spcPts val="0"/>
              </a:spcBef>
              <a:spcAft>
                <a:spcPts val="0"/>
              </a:spcAft>
              <a:buNone/>
            </a:pPr>
            <a:endParaRPr>
              <a:solidFill>
                <a:schemeClr val="dk2"/>
              </a:solidFill>
              <a:latin typeface="Barlow Semi Condensed"/>
              <a:ea typeface="Barlow Semi Condensed"/>
              <a:cs typeface="Barlow Semi Condensed"/>
              <a:sym typeface="Barlow Semi Condensed"/>
            </a:endParaRPr>
          </a:p>
        </p:txBody>
      </p:sp>
      <p:cxnSp>
        <p:nvCxnSpPr>
          <p:cNvPr id="915" name="Google Shape;915;p19"/>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19"/>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19"/>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19"/>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19" name="Google Shape;919;p19"/>
          <p:cNvGrpSpPr/>
          <p:nvPr/>
        </p:nvGrpSpPr>
        <p:grpSpPr>
          <a:xfrm rot="5400000" flipH="1">
            <a:off x="7407333" y="1284925"/>
            <a:ext cx="581800" cy="582350"/>
            <a:chOff x="8064275" y="887850"/>
            <a:chExt cx="581800" cy="582350"/>
          </a:xfrm>
        </p:grpSpPr>
        <p:sp>
          <p:nvSpPr>
            <p:cNvPr id="920" name="Google Shape;920;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19"/>
          <p:cNvGrpSpPr/>
          <p:nvPr/>
        </p:nvGrpSpPr>
        <p:grpSpPr>
          <a:xfrm rot="5400000" flipH="1">
            <a:off x="7869720" y="2754200"/>
            <a:ext cx="292025" cy="292575"/>
            <a:chOff x="7353050" y="316275"/>
            <a:chExt cx="292025" cy="292575"/>
          </a:xfrm>
        </p:grpSpPr>
        <p:sp>
          <p:nvSpPr>
            <p:cNvPr id="927" name="Google Shape;927;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19"/>
          <p:cNvGrpSpPr/>
          <p:nvPr/>
        </p:nvGrpSpPr>
        <p:grpSpPr>
          <a:xfrm rot="5400000" flipH="1">
            <a:off x="8012458" y="178175"/>
            <a:ext cx="175000" cy="175000"/>
            <a:chOff x="8792300" y="321275"/>
            <a:chExt cx="175000" cy="175000"/>
          </a:xfrm>
        </p:grpSpPr>
        <p:sp>
          <p:nvSpPr>
            <p:cNvPr id="932" name="Google Shape;932;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19"/>
          <p:cNvGrpSpPr/>
          <p:nvPr/>
        </p:nvGrpSpPr>
        <p:grpSpPr>
          <a:xfrm rot="5400000">
            <a:off x="7551683" y="3879926"/>
            <a:ext cx="293111" cy="293388"/>
            <a:chOff x="3164039" y="430875"/>
            <a:chExt cx="293111" cy="293388"/>
          </a:xfrm>
        </p:grpSpPr>
        <p:sp>
          <p:nvSpPr>
            <p:cNvPr id="937" name="Google Shape;937;p1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19"/>
          <p:cNvGrpSpPr/>
          <p:nvPr/>
        </p:nvGrpSpPr>
        <p:grpSpPr>
          <a:xfrm rot="5400000" flipH="1">
            <a:off x="8259052" y="323144"/>
            <a:ext cx="175013" cy="27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47" name="Google Shape;947;p19"/>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948" name="Google Shape;948;p19"/>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949" name="Google Shape;949;p19"/>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950" name="Google Shape;950;p19"/>
          <p:cNvGrpSpPr/>
          <p:nvPr/>
        </p:nvGrpSpPr>
        <p:grpSpPr>
          <a:xfrm rot="5400000">
            <a:off x="621475" y="4062025"/>
            <a:ext cx="581800" cy="582350"/>
            <a:chOff x="8064275" y="887850"/>
            <a:chExt cx="581800" cy="582350"/>
          </a:xfrm>
        </p:grpSpPr>
        <p:sp>
          <p:nvSpPr>
            <p:cNvPr id="951" name="Google Shape;951;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19"/>
          <p:cNvGrpSpPr/>
          <p:nvPr/>
        </p:nvGrpSpPr>
        <p:grpSpPr>
          <a:xfrm rot="5400000">
            <a:off x="1482825" y="3350800"/>
            <a:ext cx="292025" cy="292575"/>
            <a:chOff x="7353050" y="316275"/>
            <a:chExt cx="292025" cy="292575"/>
          </a:xfrm>
        </p:grpSpPr>
        <p:sp>
          <p:nvSpPr>
            <p:cNvPr id="958" name="Google Shape;958;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19"/>
          <p:cNvGrpSpPr/>
          <p:nvPr/>
        </p:nvGrpSpPr>
        <p:grpSpPr>
          <a:xfrm rot="5400000">
            <a:off x="1595125" y="4790325"/>
            <a:ext cx="175000" cy="175000"/>
            <a:chOff x="8792300" y="321275"/>
            <a:chExt cx="175000" cy="175000"/>
          </a:xfrm>
        </p:grpSpPr>
        <p:sp>
          <p:nvSpPr>
            <p:cNvPr id="963" name="Google Shape;963;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7" name="Google Shape;967;p19"/>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9"/>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9"/>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9"/>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9"/>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3" name="Google Shape;973;p19"/>
          <p:cNvGrpSpPr/>
          <p:nvPr/>
        </p:nvGrpSpPr>
        <p:grpSpPr>
          <a:xfrm rot="5400000">
            <a:off x="1701119" y="1515381"/>
            <a:ext cx="175013" cy="27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7" name="Google Shape;977;p19"/>
          <p:cNvGrpSpPr/>
          <p:nvPr/>
        </p:nvGrpSpPr>
        <p:grpSpPr>
          <a:xfrm rot="5400000">
            <a:off x="1819519" y="4562081"/>
            <a:ext cx="175013" cy="27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 name="Google Shape;981;p19"/>
          <p:cNvGrpSpPr/>
          <p:nvPr/>
        </p:nvGrpSpPr>
        <p:grpSpPr>
          <a:xfrm rot="5400000">
            <a:off x="408594" y="4140781"/>
            <a:ext cx="175013" cy="27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Highlighted numbers">
  <p:cSld name="CUSTOM_11">
    <p:spTree>
      <p:nvGrpSpPr>
        <p:cNvPr id="1" name="Shape 985"/>
        <p:cNvGrpSpPr/>
        <p:nvPr/>
      </p:nvGrpSpPr>
      <p:grpSpPr>
        <a:xfrm>
          <a:off x="0" y="0"/>
          <a:ext cx="0" cy="0"/>
          <a:chOff x="0" y="0"/>
          <a:chExt cx="0" cy="0"/>
        </a:xfrm>
      </p:grpSpPr>
      <p:sp>
        <p:nvSpPr>
          <p:cNvPr id="986" name="Google Shape;986;p20"/>
          <p:cNvSpPr txBox="1">
            <a:spLocks noGrp="1"/>
          </p:cNvSpPr>
          <p:nvPr>
            <p:ph type="title" hasCustomPrompt="1"/>
          </p:nvPr>
        </p:nvSpPr>
        <p:spPr>
          <a:xfrm>
            <a:off x="2825496" y="704088"/>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7" name="Google Shape;987;p20"/>
          <p:cNvSpPr txBox="1">
            <a:spLocks noGrp="1"/>
          </p:cNvSpPr>
          <p:nvPr>
            <p:ph type="subTitle" idx="1"/>
          </p:nvPr>
        </p:nvSpPr>
        <p:spPr>
          <a:xfrm>
            <a:off x="2825496" y="1225296"/>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88" name="Google Shape;988;p20"/>
          <p:cNvSpPr txBox="1">
            <a:spLocks noGrp="1"/>
          </p:cNvSpPr>
          <p:nvPr>
            <p:ph type="title" idx="2" hasCustomPrompt="1"/>
          </p:nvPr>
        </p:nvSpPr>
        <p:spPr>
          <a:xfrm>
            <a:off x="2825496" y="218541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9" name="Google Shape;989;p20"/>
          <p:cNvSpPr txBox="1">
            <a:spLocks noGrp="1"/>
          </p:cNvSpPr>
          <p:nvPr>
            <p:ph type="subTitle" idx="3"/>
          </p:nvPr>
        </p:nvSpPr>
        <p:spPr>
          <a:xfrm>
            <a:off x="2825496" y="2697480"/>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90" name="Google Shape;990;p20"/>
          <p:cNvSpPr txBox="1">
            <a:spLocks noGrp="1"/>
          </p:cNvSpPr>
          <p:nvPr>
            <p:ph type="title" idx="4" hasCustomPrompt="1"/>
          </p:nvPr>
        </p:nvSpPr>
        <p:spPr>
          <a:xfrm>
            <a:off x="2825496" y="364845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91" name="Google Shape;991;p20"/>
          <p:cNvSpPr txBox="1">
            <a:spLocks noGrp="1"/>
          </p:cNvSpPr>
          <p:nvPr>
            <p:ph type="subTitle" idx="5"/>
          </p:nvPr>
        </p:nvSpPr>
        <p:spPr>
          <a:xfrm>
            <a:off x="2834640" y="4169664"/>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992" name="Google Shape;992;p20"/>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93" name="Google Shape;993;p20"/>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20"/>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20"/>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96" name="Google Shape;996;p20"/>
          <p:cNvGrpSpPr/>
          <p:nvPr/>
        </p:nvGrpSpPr>
        <p:grpSpPr>
          <a:xfrm rot="5400000" flipH="1">
            <a:off x="7407333" y="1284925"/>
            <a:ext cx="581800" cy="582350"/>
            <a:chOff x="8064275" y="887850"/>
            <a:chExt cx="581800" cy="582350"/>
          </a:xfrm>
        </p:grpSpPr>
        <p:sp>
          <p:nvSpPr>
            <p:cNvPr id="997" name="Google Shape;997;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3" name="Google Shape;1003;p20"/>
          <p:cNvGrpSpPr/>
          <p:nvPr/>
        </p:nvGrpSpPr>
        <p:grpSpPr>
          <a:xfrm rot="5400000" flipH="1">
            <a:off x="7869720" y="2754200"/>
            <a:ext cx="292025" cy="292575"/>
            <a:chOff x="7353050" y="316275"/>
            <a:chExt cx="292025" cy="292575"/>
          </a:xfrm>
        </p:grpSpPr>
        <p:sp>
          <p:nvSpPr>
            <p:cNvPr id="1004" name="Google Shape;1004;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 name="Google Shape;1008;p20"/>
          <p:cNvGrpSpPr/>
          <p:nvPr/>
        </p:nvGrpSpPr>
        <p:grpSpPr>
          <a:xfrm rot="5400000" flipH="1">
            <a:off x="8012458" y="178175"/>
            <a:ext cx="175000" cy="175000"/>
            <a:chOff x="8792300" y="321275"/>
            <a:chExt cx="175000" cy="175000"/>
          </a:xfrm>
        </p:grpSpPr>
        <p:sp>
          <p:nvSpPr>
            <p:cNvPr id="1009" name="Google Shape;1009;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3" name="Google Shape;1013;p20"/>
          <p:cNvGrpSpPr/>
          <p:nvPr/>
        </p:nvGrpSpPr>
        <p:grpSpPr>
          <a:xfrm rot="5400000">
            <a:off x="7551683" y="3879926"/>
            <a:ext cx="293111" cy="293388"/>
            <a:chOff x="3164039" y="430875"/>
            <a:chExt cx="293111" cy="293388"/>
          </a:xfrm>
        </p:grpSpPr>
        <p:sp>
          <p:nvSpPr>
            <p:cNvPr id="1014" name="Google Shape;1014;p2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1020;p20"/>
          <p:cNvGrpSpPr/>
          <p:nvPr/>
        </p:nvGrpSpPr>
        <p:grpSpPr>
          <a:xfrm rot="5400000" flipH="1">
            <a:off x="8259052" y="323144"/>
            <a:ext cx="175013" cy="27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24" name="Google Shape;1024;p20"/>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20"/>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20"/>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027" name="Google Shape;1027;p20"/>
          <p:cNvGrpSpPr/>
          <p:nvPr/>
        </p:nvGrpSpPr>
        <p:grpSpPr>
          <a:xfrm rot="5400000">
            <a:off x="621475" y="4062025"/>
            <a:ext cx="581800" cy="582350"/>
            <a:chOff x="8064275" y="887850"/>
            <a:chExt cx="581800" cy="582350"/>
          </a:xfrm>
        </p:grpSpPr>
        <p:sp>
          <p:nvSpPr>
            <p:cNvPr id="1028" name="Google Shape;1028;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20"/>
          <p:cNvGrpSpPr/>
          <p:nvPr/>
        </p:nvGrpSpPr>
        <p:grpSpPr>
          <a:xfrm rot="5400000">
            <a:off x="1482825" y="3350800"/>
            <a:ext cx="292025" cy="292575"/>
            <a:chOff x="7353050" y="316275"/>
            <a:chExt cx="292025" cy="292575"/>
          </a:xfrm>
        </p:grpSpPr>
        <p:sp>
          <p:nvSpPr>
            <p:cNvPr id="1035" name="Google Shape;1035;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 name="Google Shape;1039;p20"/>
          <p:cNvGrpSpPr/>
          <p:nvPr/>
        </p:nvGrpSpPr>
        <p:grpSpPr>
          <a:xfrm rot="5400000">
            <a:off x="1595125" y="4790325"/>
            <a:ext cx="175000" cy="175000"/>
            <a:chOff x="8792300" y="321275"/>
            <a:chExt cx="175000" cy="175000"/>
          </a:xfrm>
        </p:grpSpPr>
        <p:sp>
          <p:nvSpPr>
            <p:cNvPr id="1040" name="Google Shape;1040;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4" name="Google Shape;1044;p20"/>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0"/>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0"/>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0"/>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0"/>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0"/>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0" name="Google Shape;1050;p20"/>
          <p:cNvGrpSpPr/>
          <p:nvPr/>
        </p:nvGrpSpPr>
        <p:grpSpPr>
          <a:xfrm rot="5400000">
            <a:off x="1701119" y="1515381"/>
            <a:ext cx="175013" cy="27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 name="Google Shape;1054;p20"/>
          <p:cNvGrpSpPr/>
          <p:nvPr/>
        </p:nvGrpSpPr>
        <p:grpSpPr>
          <a:xfrm rot="5400000">
            <a:off x="1819519" y="4562081"/>
            <a:ext cx="175013" cy="27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20"/>
          <p:cNvGrpSpPr/>
          <p:nvPr/>
        </p:nvGrpSpPr>
        <p:grpSpPr>
          <a:xfrm rot="5400000">
            <a:off x="408594" y="4140781"/>
            <a:ext cx="175013" cy="27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ree columns of text 3">
  <p:cSld name="CUSTOM_13">
    <p:spTree>
      <p:nvGrpSpPr>
        <p:cNvPr id="1" name="Shape 1062"/>
        <p:cNvGrpSpPr/>
        <p:nvPr/>
      </p:nvGrpSpPr>
      <p:grpSpPr>
        <a:xfrm>
          <a:off x="0" y="0"/>
          <a:ext cx="0" cy="0"/>
          <a:chOff x="0" y="0"/>
          <a:chExt cx="0" cy="0"/>
        </a:xfrm>
      </p:grpSpPr>
      <p:sp>
        <p:nvSpPr>
          <p:cNvPr id="1063" name="Google Shape;1063;p21"/>
          <p:cNvSpPr txBox="1">
            <a:spLocks noGrp="1"/>
          </p:cNvSpPr>
          <p:nvPr>
            <p:ph type="title"/>
          </p:nvPr>
        </p:nvSpPr>
        <p:spPr>
          <a:xfrm>
            <a:off x="2962656" y="338328"/>
            <a:ext cx="32187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grpSp>
        <p:nvGrpSpPr>
          <p:cNvPr id="1064" name="Google Shape;1064;p21"/>
          <p:cNvGrpSpPr/>
          <p:nvPr/>
        </p:nvGrpSpPr>
        <p:grpSpPr>
          <a:xfrm>
            <a:off x="261711" y="-1158"/>
            <a:ext cx="8550326" cy="3981600"/>
            <a:chOff x="261711" y="-1158"/>
            <a:chExt cx="8550326" cy="3981600"/>
          </a:xfrm>
        </p:grpSpPr>
        <p:cxnSp>
          <p:nvCxnSpPr>
            <p:cNvPr id="1065" name="Google Shape;1065;p21"/>
            <p:cNvCxnSpPr/>
            <p:nvPr/>
          </p:nvCxnSpPr>
          <p:spPr>
            <a:xfrm>
              <a:off x="515925" y="-1158"/>
              <a:ext cx="0" cy="3981600"/>
            </a:xfrm>
            <a:prstGeom prst="straightConnector1">
              <a:avLst/>
            </a:prstGeom>
            <a:noFill/>
            <a:ln w="9525" cap="flat" cmpd="sng">
              <a:solidFill>
                <a:schemeClr val="dk2"/>
              </a:solidFill>
              <a:prstDash val="solid"/>
              <a:round/>
              <a:headEnd type="none" w="med" len="med"/>
              <a:tailEnd type="none" w="med" len="med"/>
            </a:ln>
          </p:spPr>
        </p:cxnSp>
        <p:cxnSp>
          <p:nvCxnSpPr>
            <p:cNvPr id="1066" name="Google Shape;1066;p21"/>
            <p:cNvCxnSpPr/>
            <p:nvPr/>
          </p:nvCxnSpPr>
          <p:spPr>
            <a:xfrm>
              <a:off x="8666025" y="-1158"/>
              <a:ext cx="0" cy="1902000"/>
            </a:xfrm>
            <a:prstGeom prst="straightConnector1">
              <a:avLst/>
            </a:prstGeom>
            <a:noFill/>
            <a:ln w="9525" cap="flat" cmpd="sng">
              <a:solidFill>
                <a:schemeClr val="dk2"/>
              </a:solidFill>
              <a:prstDash val="solid"/>
              <a:round/>
              <a:headEnd type="none" w="med" len="med"/>
              <a:tailEnd type="none" w="med" len="med"/>
            </a:ln>
          </p:spPr>
        </p:cxnSp>
        <p:grpSp>
          <p:nvGrpSpPr>
            <p:cNvPr id="1067" name="Google Shape;1067;p21"/>
            <p:cNvGrpSpPr/>
            <p:nvPr/>
          </p:nvGrpSpPr>
          <p:grpSpPr>
            <a:xfrm rot="10800000">
              <a:off x="343275" y="3300779"/>
              <a:ext cx="344736" cy="345385"/>
              <a:chOff x="7353050" y="316275"/>
              <a:chExt cx="292025" cy="292575"/>
            </a:xfrm>
          </p:grpSpPr>
          <p:sp>
            <p:nvSpPr>
              <p:cNvPr id="1068" name="Google Shape;1068;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2" name="Google Shape;1072;p21"/>
            <p:cNvGrpSpPr/>
            <p:nvPr/>
          </p:nvGrpSpPr>
          <p:grpSpPr>
            <a:xfrm rot="10800000">
              <a:off x="8520013" y="714742"/>
              <a:ext cx="292025" cy="292575"/>
              <a:chOff x="7353050" y="316275"/>
              <a:chExt cx="292025" cy="292575"/>
            </a:xfrm>
          </p:grpSpPr>
          <p:sp>
            <p:nvSpPr>
              <p:cNvPr id="1073" name="Google Shape;1073;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7" name="Google Shape;1077;p21"/>
            <p:cNvGrpSpPr/>
            <p:nvPr/>
          </p:nvGrpSpPr>
          <p:grpSpPr>
            <a:xfrm rot="10800000">
              <a:off x="261711" y="465077"/>
              <a:ext cx="507562" cy="507984"/>
              <a:chOff x="8064275" y="887850"/>
              <a:chExt cx="581800" cy="582350"/>
            </a:xfrm>
          </p:grpSpPr>
          <p:sp>
            <p:nvSpPr>
              <p:cNvPr id="1078" name="Google Shape;1078;p2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84" name="Google Shape;1084;p21"/>
          <p:cNvSpPr txBox="1">
            <a:spLocks noGrp="1"/>
          </p:cNvSpPr>
          <p:nvPr>
            <p:ph type="subTitle" idx="1"/>
          </p:nvPr>
        </p:nvSpPr>
        <p:spPr>
          <a:xfrm>
            <a:off x="1408175" y="1035279"/>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5" name="Google Shape;1085;p21"/>
          <p:cNvSpPr txBox="1">
            <a:spLocks noGrp="1"/>
          </p:cNvSpPr>
          <p:nvPr>
            <p:ph type="subTitle" idx="2"/>
          </p:nvPr>
        </p:nvSpPr>
        <p:spPr>
          <a:xfrm>
            <a:off x="1408175" y="1336956"/>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6" name="Google Shape;1086;p21"/>
          <p:cNvSpPr txBox="1">
            <a:spLocks noGrp="1"/>
          </p:cNvSpPr>
          <p:nvPr>
            <p:ph type="subTitle" idx="3"/>
          </p:nvPr>
        </p:nvSpPr>
        <p:spPr>
          <a:xfrm>
            <a:off x="1408175" y="2309476"/>
            <a:ext cx="2184000" cy="457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7" name="Google Shape;1087;p21"/>
          <p:cNvSpPr txBox="1">
            <a:spLocks noGrp="1"/>
          </p:cNvSpPr>
          <p:nvPr>
            <p:ph type="subTitle" idx="4"/>
          </p:nvPr>
        </p:nvSpPr>
        <p:spPr>
          <a:xfrm>
            <a:off x="1408175" y="2609979"/>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8" name="Google Shape;1088;p21"/>
          <p:cNvSpPr txBox="1">
            <a:spLocks noGrp="1"/>
          </p:cNvSpPr>
          <p:nvPr>
            <p:ph type="subTitle" idx="5"/>
          </p:nvPr>
        </p:nvSpPr>
        <p:spPr>
          <a:xfrm>
            <a:off x="1408175" y="3587645"/>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9" name="Google Shape;1089;p21"/>
          <p:cNvSpPr txBox="1">
            <a:spLocks noGrp="1"/>
          </p:cNvSpPr>
          <p:nvPr>
            <p:ph type="subTitle" idx="6"/>
          </p:nvPr>
        </p:nvSpPr>
        <p:spPr>
          <a:xfrm>
            <a:off x="1408175" y="3889317"/>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ree columns of text 4">
  <p:cSld name="CUSTOM_14">
    <p:spTree>
      <p:nvGrpSpPr>
        <p:cNvPr id="1" name="Shape 1090"/>
        <p:cNvGrpSpPr/>
        <p:nvPr/>
      </p:nvGrpSpPr>
      <p:grpSpPr>
        <a:xfrm>
          <a:off x="0" y="0"/>
          <a:ext cx="0" cy="0"/>
          <a:chOff x="0" y="0"/>
          <a:chExt cx="0" cy="0"/>
        </a:xfrm>
      </p:grpSpPr>
      <p:cxnSp>
        <p:nvCxnSpPr>
          <p:cNvPr id="1091" name="Google Shape;1091;p22"/>
          <p:cNvCxnSpPr/>
          <p:nvPr/>
        </p:nvCxnSpPr>
        <p:spPr>
          <a:xfrm>
            <a:off x="590450" y="4340600"/>
            <a:ext cx="670200" cy="423000"/>
          </a:xfrm>
          <a:prstGeom prst="straightConnector1">
            <a:avLst/>
          </a:prstGeom>
          <a:noFill/>
          <a:ln w="9525" cap="flat" cmpd="sng">
            <a:solidFill>
              <a:schemeClr val="dk2"/>
            </a:solidFill>
            <a:prstDash val="solid"/>
            <a:round/>
            <a:headEnd type="none" w="med" len="med"/>
            <a:tailEnd type="none" w="med" len="med"/>
          </a:ln>
        </p:spPr>
      </p:cxnSp>
      <p:sp>
        <p:nvSpPr>
          <p:cNvPr id="1092" name="Google Shape;1092;p22"/>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cxnSp>
        <p:nvCxnSpPr>
          <p:cNvPr id="1093" name="Google Shape;1093;p22"/>
          <p:cNvCxnSpPr/>
          <p:nvPr/>
        </p:nvCxnSpPr>
        <p:spPr>
          <a:xfrm rot="10800000" flipH="1">
            <a:off x="0" y="4332550"/>
            <a:ext cx="590700" cy="663900"/>
          </a:xfrm>
          <a:prstGeom prst="straightConnector1">
            <a:avLst/>
          </a:prstGeom>
          <a:noFill/>
          <a:ln w="9525" cap="flat" cmpd="sng">
            <a:solidFill>
              <a:schemeClr val="dk2"/>
            </a:solidFill>
            <a:prstDash val="solid"/>
            <a:round/>
            <a:headEnd type="none" w="med" len="med"/>
            <a:tailEnd type="none" w="med" len="med"/>
          </a:ln>
        </p:spPr>
      </p:cxnSp>
      <p:grpSp>
        <p:nvGrpSpPr>
          <p:cNvPr id="1094" name="Google Shape;1094;p22"/>
          <p:cNvGrpSpPr/>
          <p:nvPr/>
        </p:nvGrpSpPr>
        <p:grpSpPr>
          <a:xfrm flipH="1">
            <a:off x="431725" y="4183775"/>
            <a:ext cx="292025" cy="292575"/>
            <a:chOff x="7353050" y="316275"/>
            <a:chExt cx="292025" cy="292575"/>
          </a:xfrm>
        </p:grpSpPr>
        <p:sp>
          <p:nvSpPr>
            <p:cNvPr id="1095" name="Google Shape;1095;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9" name="Google Shape;1099;p22"/>
          <p:cNvGrpSpPr/>
          <p:nvPr/>
        </p:nvGrpSpPr>
        <p:grpSpPr>
          <a:xfrm>
            <a:off x="1075789" y="4604675"/>
            <a:ext cx="293111" cy="293388"/>
            <a:chOff x="3164039" y="430875"/>
            <a:chExt cx="293111" cy="293388"/>
          </a:xfrm>
        </p:grpSpPr>
        <p:sp>
          <p:nvSpPr>
            <p:cNvPr id="1100" name="Google Shape;1100;p22"/>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2"/>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2"/>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2"/>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2"/>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2"/>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06" name="Google Shape;1106;p22"/>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22"/>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108" name="Google Shape;1108;p22"/>
          <p:cNvGrpSpPr/>
          <p:nvPr/>
        </p:nvGrpSpPr>
        <p:grpSpPr>
          <a:xfrm>
            <a:off x="8064275" y="526925"/>
            <a:ext cx="581800" cy="582350"/>
            <a:chOff x="8064275" y="887850"/>
            <a:chExt cx="581800" cy="582350"/>
          </a:xfrm>
        </p:grpSpPr>
        <p:sp>
          <p:nvSpPr>
            <p:cNvPr id="1109" name="Google Shape;1109;p2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5" name="Google Shape;1115;p22"/>
          <p:cNvGrpSpPr/>
          <p:nvPr/>
        </p:nvGrpSpPr>
        <p:grpSpPr>
          <a:xfrm>
            <a:off x="7033875" y="170875"/>
            <a:ext cx="292025" cy="292575"/>
            <a:chOff x="7353050" y="316275"/>
            <a:chExt cx="292025" cy="292575"/>
          </a:xfrm>
        </p:grpSpPr>
        <p:sp>
          <p:nvSpPr>
            <p:cNvPr id="1116" name="Google Shape;1116;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0" name="Google Shape;1120;p22"/>
          <p:cNvGrpSpPr/>
          <p:nvPr/>
        </p:nvGrpSpPr>
        <p:grpSpPr>
          <a:xfrm>
            <a:off x="8757950" y="229650"/>
            <a:ext cx="175000" cy="175000"/>
            <a:chOff x="8792300" y="321275"/>
            <a:chExt cx="175000" cy="175000"/>
          </a:xfrm>
        </p:grpSpPr>
        <p:sp>
          <p:nvSpPr>
            <p:cNvPr id="1121" name="Google Shape;1121;p2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5" name="Google Shape;1125;p22"/>
          <p:cNvGrpSpPr/>
          <p:nvPr/>
        </p:nvGrpSpPr>
        <p:grpSpPr>
          <a:xfrm>
            <a:off x="8490050" y="170875"/>
            <a:ext cx="175013" cy="27000"/>
            <a:chOff x="5662375" y="212375"/>
            <a:chExt cx="175013" cy="27000"/>
          </a:xfrm>
        </p:grpSpPr>
        <p:sp>
          <p:nvSpPr>
            <p:cNvPr id="1126" name="Google Shape;1126;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9" name="Google Shape;1129;p22"/>
          <p:cNvGrpSpPr/>
          <p:nvPr/>
        </p:nvGrpSpPr>
        <p:grpSpPr>
          <a:xfrm>
            <a:off x="7916350" y="1124600"/>
            <a:ext cx="175013" cy="27000"/>
            <a:chOff x="5662375" y="212375"/>
            <a:chExt cx="175013" cy="27000"/>
          </a:xfrm>
        </p:grpSpPr>
        <p:sp>
          <p:nvSpPr>
            <p:cNvPr id="1130" name="Google Shape;1130;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3" name="Google Shape;1133;p22"/>
          <p:cNvSpPr txBox="1">
            <a:spLocks noGrp="1"/>
          </p:cNvSpPr>
          <p:nvPr>
            <p:ph type="subTitle" idx="1"/>
          </p:nvPr>
        </p:nvSpPr>
        <p:spPr>
          <a:xfrm>
            <a:off x="5641848" y="2743200"/>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4" name="Google Shape;1134;p22"/>
          <p:cNvSpPr txBox="1">
            <a:spLocks noGrp="1"/>
          </p:cNvSpPr>
          <p:nvPr>
            <p:ph type="subTitle" idx="2"/>
          </p:nvPr>
        </p:nvSpPr>
        <p:spPr>
          <a:xfrm>
            <a:off x="3639312" y="1636776"/>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5" name="Google Shape;1135;p22"/>
          <p:cNvSpPr txBox="1">
            <a:spLocks noGrp="1"/>
          </p:cNvSpPr>
          <p:nvPr>
            <p:ph type="subTitle" idx="3"/>
          </p:nvPr>
        </p:nvSpPr>
        <p:spPr>
          <a:xfrm>
            <a:off x="1636776" y="2249424"/>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6" name="Google Shape;1136;p22"/>
          <p:cNvSpPr txBox="1">
            <a:spLocks noGrp="1"/>
          </p:cNvSpPr>
          <p:nvPr>
            <p:ph type="subTitle" idx="4"/>
          </p:nvPr>
        </p:nvSpPr>
        <p:spPr>
          <a:xfrm>
            <a:off x="5641848" y="3081528"/>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137" name="Google Shape;1137;p22"/>
          <p:cNvSpPr txBox="1">
            <a:spLocks noGrp="1"/>
          </p:cNvSpPr>
          <p:nvPr>
            <p:ph type="subTitle" idx="5"/>
          </p:nvPr>
        </p:nvSpPr>
        <p:spPr>
          <a:xfrm>
            <a:off x="3639312" y="1975104"/>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138" name="Google Shape;1138;p22"/>
          <p:cNvSpPr txBox="1">
            <a:spLocks noGrp="1"/>
          </p:cNvSpPr>
          <p:nvPr>
            <p:ph type="subTitle" idx="6"/>
          </p:nvPr>
        </p:nvSpPr>
        <p:spPr>
          <a:xfrm>
            <a:off x="1636776"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3">
  <p:cSld name="TITLE_AND_BODY_1">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41" name="Google Shape;1141;p23"/>
          <p:cNvSpPr txBox="1">
            <a:spLocks noGrp="1"/>
          </p:cNvSpPr>
          <p:nvPr>
            <p:ph type="body" idx="1"/>
          </p:nvPr>
        </p:nvSpPr>
        <p:spPr>
          <a:xfrm>
            <a:off x="714650" y="1152150"/>
            <a:ext cx="7705500" cy="3529500"/>
          </a:xfrm>
          <a:prstGeom prst="rect">
            <a:avLst/>
          </a:prstGeom>
          <a:noFill/>
          <a:ln>
            <a:noFill/>
          </a:ln>
        </p:spPr>
        <p:txBody>
          <a:bodyPr spcFirstLastPara="1" wrap="square" lIns="91425" tIns="91425" rIns="91425" bIns="91425" anchor="ctr" anchorCtr="0">
            <a:noAutofit/>
          </a:bodyPr>
          <a:lstStyle>
            <a:lvl1pPr marL="457200" lvl="0" indent="-3048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marL="914400" lvl="1"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marL="1371600" lvl="2"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marL="1828800" lvl="3"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marL="2286000" lvl="4"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marL="2743200" lvl="5"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marL="3200400" lvl="6"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marL="3657600" lvl="7"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marL="4114800" lvl="8"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a:endParaRPr/>
          </a:p>
        </p:txBody>
      </p:sp>
      <p:cxnSp>
        <p:nvCxnSpPr>
          <p:cNvPr id="1142" name="Google Shape;1142;p23"/>
          <p:cNvCxnSpPr/>
          <p:nvPr/>
        </p:nvCxnSpPr>
        <p:spPr>
          <a:xfrm rot="10800000">
            <a:off x="303000" y="3359375"/>
            <a:ext cx="151800" cy="9573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4332550"/>
            <a:ext cx="446700" cy="6639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56" name="Google Shape;1156;p23"/>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5">
    <p:spTree>
      <p:nvGrpSpPr>
        <p:cNvPr id="1" name="Shape 1183"/>
        <p:cNvGrpSpPr/>
        <p:nvPr/>
      </p:nvGrpSpPr>
      <p:grpSpPr>
        <a:xfrm>
          <a:off x="0" y="0"/>
          <a:ext cx="0" cy="0"/>
          <a:chOff x="0" y="0"/>
          <a:chExt cx="0" cy="0"/>
        </a:xfrm>
      </p:grpSpPr>
      <p:sp>
        <p:nvSpPr>
          <p:cNvPr id="1184" name="Google Shape;1184;p24"/>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cxnSp>
        <p:nvCxnSpPr>
          <p:cNvPr id="1185" name="Google Shape;1185;p24"/>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cxnSp>
        <p:nvCxnSpPr>
          <p:cNvPr id="1186" name="Google Shape;1186;p24"/>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1187" name="Google Shape;1187;p24"/>
          <p:cNvGrpSpPr/>
          <p:nvPr/>
        </p:nvGrpSpPr>
        <p:grpSpPr>
          <a:xfrm flipH="1">
            <a:off x="431725" y="4183775"/>
            <a:ext cx="292025" cy="292575"/>
            <a:chOff x="7353050" y="316275"/>
            <a:chExt cx="292025" cy="292575"/>
          </a:xfrm>
        </p:grpSpPr>
        <p:sp>
          <p:nvSpPr>
            <p:cNvPr id="1188" name="Google Shape;1188;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2" name="Google Shape;1192;p24"/>
          <p:cNvGrpSpPr/>
          <p:nvPr/>
        </p:nvGrpSpPr>
        <p:grpSpPr>
          <a:xfrm>
            <a:off x="1075789" y="4604675"/>
            <a:ext cx="293111" cy="293388"/>
            <a:chOff x="3164039" y="430875"/>
            <a:chExt cx="293111" cy="293388"/>
          </a:xfrm>
        </p:grpSpPr>
        <p:sp>
          <p:nvSpPr>
            <p:cNvPr id="1193" name="Google Shape;1193;p24"/>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4"/>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4"/>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4"/>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4"/>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4"/>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99" name="Google Shape;1199;p24"/>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00" name="Google Shape;1200;p24"/>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01" name="Google Shape;1201;p24"/>
          <p:cNvGrpSpPr/>
          <p:nvPr/>
        </p:nvGrpSpPr>
        <p:grpSpPr>
          <a:xfrm>
            <a:off x="8064275" y="526925"/>
            <a:ext cx="581800" cy="582350"/>
            <a:chOff x="8064275" y="887850"/>
            <a:chExt cx="581800" cy="582350"/>
          </a:xfrm>
        </p:grpSpPr>
        <p:sp>
          <p:nvSpPr>
            <p:cNvPr id="1202" name="Google Shape;1202;p2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8" name="Google Shape;1208;p24"/>
          <p:cNvGrpSpPr/>
          <p:nvPr/>
        </p:nvGrpSpPr>
        <p:grpSpPr>
          <a:xfrm>
            <a:off x="7033875" y="170875"/>
            <a:ext cx="292025" cy="292575"/>
            <a:chOff x="7353050" y="316275"/>
            <a:chExt cx="292025" cy="292575"/>
          </a:xfrm>
        </p:grpSpPr>
        <p:sp>
          <p:nvSpPr>
            <p:cNvPr id="1209" name="Google Shape;1209;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3" name="Google Shape;1213;p24"/>
          <p:cNvGrpSpPr/>
          <p:nvPr/>
        </p:nvGrpSpPr>
        <p:grpSpPr>
          <a:xfrm>
            <a:off x="8757950" y="229650"/>
            <a:ext cx="175000" cy="175000"/>
            <a:chOff x="8792300" y="321275"/>
            <a:chExt cx="175000" cy="175000"/>
          </a:xfrm>
        </p:grpSpPr>
        <p:sp>
          <p:nvSpPr>
            <p:cNvPr id="1214" name="Google Shape;1214;p2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8" name="Google Shape;1218;p24"/>
          <p:cNvGrpSpPr/>
          <p:nvPr/>
        </p:nvGrpSpPr>
        <p:grpSpPr>
          <a:xfrm>
            <a:off x="8490050" y="170875"/>
            <a:ext cx="175013" cy="27000"/>
            <a:chOff x="5662375" y="212375"/>
            <a:chExt cx="175013" cy="27000"/>
          </a:xfrm>
        </p:grpSpPr>
        <p:sp>
          <p:nvSpPr>
            <p:cNvPr id="1219" name="Google Shape;1219;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2" name="Google Shape;1222;p24"/>
          <p:cNvGrpSpPr/>
          <p:nvPr/>
        </p:nvGrpSpPr>
        <p:grpSpPr>
          <a:xfrm>
            <a:off x="7916350" y="1124600"/>
            <a:ext cx="175013" cy="27000"/>
            <a:chOff x="5662375" y="212375"/>
            <a:chExt cx="175013" cy="27000"/>
          </a:xfrm>
        </p:grpSpPr>
        <p:sp>
          <p:nvSpPr>
            <p:cNvPr id="1223" name="Google Shape;1223;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3">
  <p:cSld name="CUSTOM_16">
    <p:spTree>
      <p:nvGrpSpPr>
        <p:cNvPr id="1" name="Shape 1226"/>
        <p:cNvGrpSpPr/>
        <p:nvPr/>
      </p:nvGrpSpPr>
      <p:grpSpPr>
        <a:xfrm>
          <a:off x="0" y="0"/>
          <a:ext cx="0" cy="0"/>
          <a:chOff x="0" y="0"/>
          <a:chExt cx="0" cy="0"/>
        </a:xfrm>
      </p:grpSpPr>
      <p:sp>
        <p:nvSpPr>
          <p:cNvPr id="1227" name="Google Shape;1227;p25"/>
          <p:cNvSpPr txBox="1">
            <a:spLocks noGrp="1"/>
          </p:cNvSpPr>
          <p:nvPr>
            <p:ph type="title"/>
          </p:nvPr>
        </p:nvSpPr>
        <p:spPr>
          <a:xfrm>
            <a:off x="896100" y="1984450"/>
            <a:ext cx="3457200" cy="12921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cxnSp>
        <p:nvCxnSpPr>
          <p:cNvPr id="1228" name="Google Shape;1228;p25"/>
          <p:cNvCxnSpPr/>
          <p:nvPr/>
        </p:nvCxnSpPr>
        <p:spPr>
          <a:xfrm>
            <a:off x="1645925" y="5231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229" name="Google Shape;1229;p25"/>
          <p:cNvCxnSpPr/>
          <p:nvPr/>
        </p:nvCxnSpPr>
        <p:spPr>
          <a:xfrm rot="10800000" flipH="1">
            <a:off x="803050" y="529675"/>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230" name="Google Shape;1230;p25"/>
          <p:cNvCxnSpPr/>
          <p:nvPr/>
        </p:nvCxnSpPr>
        <p:spPr>
          <a:xfrm>
            <a:off x="0" y="6520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231" name="Google Shape;1231;p25"/>
          <p:cNvGrpSpPr/>
          <p:nvPr/>
        </p:nvGrpSpPr>
        <p:grpSpPr>
          <a:xfrm flipH="1">
            <a:off x="499400" y="959675"/>
            <a:ext cx="581800" cy="582350"/>
            <a:chOff x="8064275" y="887850"/>
            <a:chExt cx="581800" cy="582350"/>
          </a:xfrm>
        </p:grpSpPr>
        <p:sp>
          <p:nvSpPr>
            <p:cNvPr id="1232" name="Google Shape;1232;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8" name="Google Shape;1238;p25"/>
          <p:cNvGrpSpPr/>
          <p:nvPr/>
        </p:nvGrpSpPr>
        <p:grpSpPr>
          <a:xfrm flipH="1">
            <a:off x="1500400" y="388100"/>
            <a:ext cx="292025" cy="292575"/>
            <a:chOff x="7353050" y="316275"/>
            <a:chExt cx="292025" cy="292575"/>
          </a:xfrm>
        </p:grpSpPr>
        <p:sp>
          <p:nvSpPr>
            <p:cNvPr id="1239" name="Google Shape;1239;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3" name="Google Shape;1243;p25"/>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5"/>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5"/>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5"/>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5"/>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5"/>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9" name="Google Shape;1249;p25"/>
          <p:cNvGrpSpPr/>
          <p:nvPr/>
        </p:nvGrpSpPr>
        <p:grpSpPr>
          <a:xfrm flipH="1">
            <a:off x="3527112" y="361100"/>
            <a:ext cx="175013" cy="27000"/>
            <a:chOff x="5662375" y="212375"/>
            <a:chExt cx="175013" cy="27000"/>
          </a:xfrm>
        </p:grpSpPr>
        <p:sp>
          <p:nvSpPr>
            <p:cNvPr id="1250" name="Google Shape;1250;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25"/>
          <p:cNvGrpSpPr/>
          <p:nvPr/>
        </p:nvGrpSpPr>
        <p:grpSpPr>
          <a:xfrm flipH="1">
            <a:off x="480412" y="242700"/>
            <a:ext cx="175013" cy="27000"/>
            <a:chOff x="5662375" y="212375"/>
            <a:chExt cx="175013" cy="27000"/>
          </a:xfrm>
        </p:grpSpPr>
        <p:sp>
          <p:nvSpPr>
            <p:cNvPr id="1254" name="Google Shape;1254;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 name="Google Shape;1257;p25"/>
          <p:cNvGrpSpPr/>
          <p:nvPr/>
        </p:nvGrpSpPr>
        <p:grpSpPr>
          <a:xfrm flipH="1">
            <a:off x="901712" y="1653625"/>
            <a:ext cx="175013" cy="27000"/>
            <a:chOff x="5662375" y="212375"/>
            <a:chExt cx="175013" cy="27000"/>
          </a:xfrm>
        </p:grpSpPr>
        <p:sp>
          <p:nvSpPr>
            <p:cNvPr id="1258" name="Google Shape;1258;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261" name="Google Shape;1261;p25"/>
          <p:cNvCxnSpPr/>
          <p:nvPr/>
        </p:nvCxnSpPr>
        <p:spPr>
          <a:xfrm>
            <a:off x="791400" y="42124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62" name="Google Shape;1262;p25"/>
          <p:cNvCxnSpPr/>
          <p:nvPr/>
        </p:nvCxnSpPr>
        <p:spPr>
          <a:xfrm rot="10800000" flipH="1">
            <a:off x="0" y="42204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63" name="Google Shape;1263;p25"/>
          <p:cNvGrpSpPr/>
          <p:nvPr/>
        </p:nvGrpSpPr>
        <p:grpSpPr>
          <a:xfrm rot="10800000">
            <a:off x="499400" y="3940925"/>
            <a:ext cx="581800" cy="582350"/>
            <a:chOff x="8064275" y="887850"/>
            <a:chExt cx="581800" cy="582350"/>
          </a:xfrm>
        </p:grpSpPr>
        <p:sp>
          <p:nvSpPr>
            <p:cNvPr id="1264" name="Google Shape;1264;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0" name="Google Shape;1270;p25"/>
          <p:cNvGrpSpPr/>
          <p:nvPr/>
        </p:nvGrpSpPr>
        <p:grpSpPr>
          <a:xfrm rot="10800000">
            <a:off x="1819575" y="4586750"/>
            <a:ext cx="292025" cy="292575"/>
            <a:chOff x="7353050" y="316275"/>
            <a:chExt cx="292025" cy="292575"/>
          </a:xfrm>
        </p:grpSpPr>
        <p:sp>
          <p:nvSpPr>
            <p:cNvPr id="1271" name="Google Shape;1271;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 name="Google Shape;1275;p25"/>
          <p:cNvGrpSpPr/>
          <p:nvPr/>
        </p:nvGrpSpPr>
        <p:grpSpPr>
          <a:xfrm rot="10800000">
            <a:off x="212525" y="4645550"/>
            <a:ext cx="175000" cy="175000"/>
            <a:chOff x="8792300" y="321275"/>
            <a:chExt cx="175000" cy="175000"/>
          </a:xfrm>
        </p:grpSpPr>
        <p:sp>
          <p:nvSpPr>
            <p:cNvPr id="1276" name="Google Shape;1276;p2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0" name="Google Shape;1280;p25"/>
          <p:cNvGrpSpPr/>
          <p:nvPr/>
        </p:nvGrpSpPr>
        <p:grpSpPr>
          <a:xfrm rot="10800000">
            <a:off x="480412" y="4852325"/>
            <a:ext cx="175013" cy="27000"/>
            <a:chOff x="5662375" y="212375"/>
            <a:chExt cx="175013" cy="27000"/>
          </a:xfrm>
        </p:grpSpPr>
        <p:sp>
          <p:nvSpPr>
            <p:cNvPr id="1281" name="Google Shape;1281;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4" name="Google Shape;1284;p25"/>
          <p:cNvGrpSpPr/>
          <p:nvPr/>
        </p:nvGrpSpPr>
        <p:grpSpPr>
          <a:xfrm rot="10800000">
            <a:off x="1054112" y="3898600"/>
            <a:ext cx="175013" cy="27000"/>
            <a:chOff x="5662375" y="212375"/>
            <a:chExt cx="175013" cy="27000"/>
          </a:xfrm>
        </p:grpSpPr>
        <p:sp>
          <p:nvSpPr>
            <p:cNvPr id="1285" name="Google Shape;1285;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4">
  <p:cSld name="CUSTOM_17">
    <p:spTree>
      <p:nvGrpSpPr>
        <p:cNvPr id="1" name="Shape 1288"/>
        <p:cNvGrpSpPr/>
        <p:nvPr/>
      </p:nvGrpSpPr>
      <p:grpSpPr>
        <a:xfrm>
          <a:off x="0" y="0"/>
          <a:ext cx="0" cy="0"/>
          <a:chOff x="0" y="0"/>
          <a:chExt cx="0" cy="0"/>
        </a:xfrm>
      </p:grpSpPr>
      <p:sp>
        <p:nvSpPr>
          <p:cNvPr id="1289" name="Google Shape;1289;p26"/>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cxnSp>
        <p:nvCxnSpPr>
          <p:cNvPr id="1290" name="Google Shape;1290;p26"/>
          <p:cNvCxnSpPr/>
          <p:nvPr/>
        </p:nvCxnSpPr>
        <p:spPr>
          <a:xfrm rot="10800000">
            <a:off x="8109000" y="501275"/>
            <a:ext cx="737700" cy="737700"/>
          </a:xfrm>
          <a:prstGeom prst="straightConnector1">
            <a:avLst/>
          </a:prstGeom>
          <a:noFill/>
          <a:ln w="9525" cap="flat" cmpd="sng">
            <a:solidFill>
              <a:schemeClr val="dk2"/>
            </a:solidFill>
            <a:prstDash val="solid"/>
            <a:round/>
            <a:headEnd type="none" w="med" len="med"/>
            <a:tailEnd type="none" w="med" len="med"/>
          </a:ln>
        </p:spPr>
      </p:cxnSp>
      <p:cxnSp>
        <p:nvCxnSpPr>
          <p:cNvPr id="1291" name="Google Shape;1291;p26"/>
          <p:cNvCxnSpPr/>
          <p:nvPr/>
        </p:nvCxnSpPr>
        <p:spPr>
          <a:xfrm>
            <a:off x="582475" y="282188"/>
            <a:ext cx="1212900" cy="422700"/>
          </a:xfrm>
          <a:prstGeom prst="straightConnector1">
            <a:avLst/>
          </a:prstGeom>
          <a:noFill/>
          <a:ln w="9525" cap="flat" cmpd="sng">
            <a:solidFill>
              <a:schemeClr val="dk2"/>
            </a:solidFill>
            <a:prstDash val="solid"/>
            <a:round/>
            <a:headEnd type="none" w="med" len="med"/>
            <a:tailEnd type="none" w="med" len="med"/>
          </a:ln>
        </p:spPr>
      </p:cxnSp>
      <p:cxnSp>
        <p:nvCxnSpPr>
          <p:cNvPr id="1292" name="Google Shape;1292;p26"/>
          <p:cNvCxnSpPr/>
          <p:nvPr/>
        </p:nvCxnSpPr>
        <p:spPr>
          <a:xfrm rot="10800000" flipH="1">
            <a:off x="0" y="274188"/>
            <a:ext cx="582600" cy="654300"/>
          </a:xfrm>
          <a:prstGeom prst="straightConnector1">
            <a:avLst/>
          </a:prstGeom>
          <a:noFill/>
          <a:ln w="9525" cap="flat" cmpd="sng">
            <a:solidFill>
              <a:schemeClr val="dk2"/>
            </a:solidFill>
            <a:prstDash val="solid"/>
            <a:round/>
            <a:headEnd type="none" w="med" len="med"/>
            <a:tailEnd type="none" w="med" len="med"/>
          </a:ln>
        </p:spPr>
      </p:cxnSp>
      <p:grpSp>
        <p:nvGrpSpPr>
          <p:cNvPr id="1293" name="Google Shape;1293;p26"/>
          <p:cNvGrpSpPr/>
          <p:nvPr/>
        </p:nvGrpSpPr>
        <p:grpSpPr>
          <a:xfrm flipH="1">
            <a:off x="423750" y="125363"/>
            <a:ext cx="292025" cy="292575"/>
            <a:chOff x="7353050" y="316275"/>
            <a:chExt cx="292025" cy="292575"/>
          </a:xfrm>
        </p:grpSpPr>
        <p:sp>
          <p:nvSpPr>
            <p:cNvPr id="1294" name="Google Shape;1294;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8" name="Google Shape;1298;p26"/>
          <p:cNvGrpSpPr/>
          <p:nvPr/>
        </p:nvGrpSpPr>
        <p:grpSpPr>
          <a:xfrm>
            <a:off x="1638739" y="558163"/>
            <a:ext cx="293111" cy="293388"/>
            <a:chOff x="3164039" y="430875"/>
            <a:chExt cx="293111" cy="293388"/>
          </a:xfrm>
        </p:grpSpPr>
        <p:sp>
          <p:nvSpPr>
            <p:cNvPr id="1299" name="Google Shape;1299;p2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5" name="Google Shape;1305;p26"/>
          <p:cNvGrpSpPr/>
          <p:nvPr/>
        </p:nvGrpSpPr>
        <p:grpSpPr>
          <a:xfrm>
            <a:off x="1591750" y="362600"/>
            <a:ext cx="175013" cy="27000"/>
            <a:chOff x="5662375" y="212375"/>
            <a:chExt cx="175013" cy="27000"/>
          </a:xfrm>
        </p:grpSpPr>
        <p:sp>
          <p:nvSpPr>
            <p:cNvPr id="1306" name="Google Shape;1306;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09" name="Google Shape;1309;p26"/>
          <p:cNvCxnSpPr/>
          <p:nvPr/>
        </p:nvCxnSpPr>
        <p:spPr>
          <a:xfrm flipH="1">
            <a:off x="8151325" y="6875"/>
            <a:ext cx="1002600" cy="494400"/>
          </a:xfrm>
          <a:prstGeom prst="straightConnector1">
            <a:avLst/>
          </a:prstGeom>
          <a:noFill/>
          <a:ln w="9525" cap="flat" cmpd="sng">
            <a:solidFill>
              <a:schemeClr val="dk2"/>
            </a:solidFill>
            <a:prstDash val="solid"/>
            <a:round/>
            <a:headEnd type="none" w="med" len="med"/>
            <a:tailEnd type="none" w="med" len="med"/>
          </a:ln>
        </p:spPr>
      </p:cxnSp>
      <p:grpSp>
        <p:nvGrpSpPr>
          <p:cNvPr id="1310" name="Google Shape;1310;p26"/>
          <p:cNvGrpSpPr/>
          <p:nvPr/>
        </p:nvGrpSpPr>
        <p:grpSpPr>
          <a:xfrm>
            <a:off x="7823875" y="202375"/>
            <a:ext cx="581800" cy="582350"/>
            <a:chOff x="8064275" y="887850"/>
            <a:chExt cx="581800" cy="582350"/>
          </a:xfrm>
        </p:grpSpPr>
        <p:sp>
          <p:nvSpPr>
            <p:cNvPr id="1311" name="Google Shape;1311;p2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7" name="Google Shape;1317;p26"/>
          <p:cNvGrpSpPr/>
          <p:nvPr/>
        </p:nvGrpSpPr>
        <p:grpSpPr>
          <a:xfrm flipH="1">
            <a:off x="8698650" y="1117488"/>
            <a:ext cx="292025" cy="292575"/>
            <a:chOff x="7353050" y="316275"/>
            <a:chExt cx="292025" cy="292575"/>
          </a:xfrm>
        </p:grpSpPr>
        <p:sp>
          <p:nvSpPr>
            <p:cNvPr id="1318" name="Google Shape;1318;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2" name="Google Shape;1322;p26"/>
          <p:cNvGrpSpPr/>
          <p:nvPr/>
        </p:nvGrpSpPr>
        <p:grpSpPr>
          <a:xfrm>
            <a:off x="8678350" y="1581800"/>
            <a:ext cx="175013" cy="27000"/>
            <a:chOff x="5662375" y="212375"/>
            <a:chExt cx="175013" cy="27000"/>
          </a:xfrm>
        </p:grpSpPr>
        <p:sp>
          <p:nvSpPr>
            <p:cNvPr id="1323" name="Google Shape;1323;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2">
  <p:cSld name="CUSTOM_22">
    <p:spTree>
      <p:nvGrpSpPr>
        <p:cNvPr id="1" name="Shape 1546"/>
        <p:cNvGrpSpPr/>
        <p:nvPr/>
      </p:nvGrpSpPr>
      <p:grpSpPr>
        <a:xfrm>
          <a:off x="0" y="0"/>
          <a:ext cx="0" cy="0"/>
          <a:chOff x="0" y="0"/>
          <a:chExt cx="0" cy="0"/>
        </a:xfrm>
      </p:grpSpPr>
      <p:grpSp>
        <p:nvGrpSpPr>
          <p:cNvPr id="1547" name="Google Shape;1547;p31"/>
          <p:cNvGrpSpPr/>
          <p:nvPr/>
        </p:nvGrpSpPr>
        <p:grpSpPr>
          <a:xfrm>
            <a:off x="1349626" y="598417"/>
            <a:ext cx="6453730" cy="3631136"/>
            <a:chOff x="365750" y="1285025"/>
            <a:chExt cx="6934275" cy="3315500"/>
          </a:xfrm>
        </p:grpSpPr>
        <p:sp>
          <p:nvSpPr>
            <p:cNvPr id="1548" name="Google Shape;1548;p31"/>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1"/>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0" name="Google Shape;1550;p31"/>
          <p:cNvSpPr txBox="1">
            <a:spLocks noGrp="1"/>
          </p:cNvSpPr>
          <p:nvPr>
            <p:ph type="title"/>
          </p:nvPr>
        </p:nvSpPr>
        <p:spPr>
          <a:xfrm>
            <a:off x="2624328" y="1018528"/>
            <a:ext cx="3904500" cy="190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grpSp>
        <p:nvGrpSpPr>
          <p:cNvPr id="1551" name="Google Shape;1551;p31"/>
          <p:cNvGrpSpPr/>
          <p:nvPr/>
        </p:nvGrpSpPr>
        <p:grpSpPr>
          <a:xfrm>
            <a:off x="-6867" y="-6625"/>
            <a:ext cx="9152342" cy="5102050"/>
            <a:chOff x="-6867" y="-6625"/>
            <a:chExt cx="9152342" cy="5102050"/>
          </a:xfrm>
        </p:grpSpPr>
        <p:cxnSp>
          <p:nvCxnSpPr>
            <p:cNvPr id="1552" name="Google Shape;1552;p31"/>
            <p:cNvCxnSpPr/>
            <p:nvPr/>
          </p:nvCxnSpPr>
          <p:spPr>
            <a:xfrm>
              <a:off x="2904283" y="4513075"/>
              <a:ext cx="1133100" cy="306300"/>
            </a:xfrm>
            <a:prstGeom prst="straightConnector1">
              <a:avLst/>
            </a:prstGeom>
            <a:noFill/>
            <a:ln w="9525" cap="flat" cmpd="sng">
              <a:solidFill>
                <a:srgbClr val="595959"/>
              </a:solidFill>
              <a:prstDash val="solid"/>
              <a:round/>
              <a:headEnd type="none" w="med" len="med"/>
              <a:tailEnd type="none" w="med" len="med"/>
            </a:ln>
          </p:spPr>
        </p:cxnSp>
        <p:cxnSp>
          <p:nvCxnSpPr>
            <p:cNvPr id="1553" name="Google Shape;1553;p31"/>
            <p:cNvCxnSpPr/>
            <p:nvPr/>
          </p:nvCxnSpPr>
          <p:spPr>
            <a:xfrm rot="10800000" flipH="1">
              <a:off x="1562083" y="4492325"/>
              <a:ext cx="1342200" cy="315300"/>
            </a:xfrm>
            <a:prstGeom prst="straightConnector1">
              <a:avLst/>
            </a:prstGeom>
            <a:noFill/>
            <a:ln w="9525" cap="flat" cmpd="sng">
              <a:solidFill>
                <a:srgbClr val="595959"/>
              </a:solidFill>
              <a:prstDash val="solid"/>
              <a:round/>
              <a:headEnd type="none" w="med" len="med"/>
              <a:tailEnd type="none" w="med" len="med"/>
            </a:ln>
          </p:spPr>
        </p:cxnSp>
        <p:cxnSp>
          <p:nvCxnSpPr>
            <p:cNvPr id="1554" name="Google Shape;1554;p31"/>
            <p:cNvCxnSpPr/>
            <p:nvPr/>
          </p:nvCxnSpPr>
          <p:spPr>
            <a:xfrm>
              <a:off x="259558" y="4408000"/>
              <a:ext cx="1332000" cy="392100"/>
            </a:xfrm>
            <a:prstGeom prst="straightConnector1">
              <a:avLst/>
            </a:prstGeom>
            <a:noFill/>
            <a:ln w="9525" cap="flat" cmpd="sng">
              <a:solidFill>
                <a:srgbClr val="595959"/>
              </a:solidFill>
              <a:prstDash val="solid"/>
              <a:round/>
              <a:headEnd type="none" w="med" len="med"/>
              <a:tailEnd type="none" w="med" len="med"/>
            </a:ln>
          </p:spPr>
        </p:cxnSp>
        <p:cxnSp>
          <p:nvCxnSpPr>
            <p:cNvPr id="1555" name="Google Shape;1555;p31"/>
            <p:cNvCxnSpPr/>
            <p:nvPr/>
          </p:nvCxnSpPr>
          <p:spPr>
            <a:xfrm>
              <a:off x="-6867" y="3993550"/>
              <a:ext cx="273900" cy="407100"/>
            </a:xfrm>
            <a:prstGeom prst="straightConnector1">
              <a:avLst/>
            </a:prstGeom>
            <a:noFill/>
            <a:ln w="9525" cap="flat" cmpd="sng">
              <a:solidFill>
                <a:srgbClr val="595959"/>
              </a:solidFill>
              <a:prstDash val="solid"/>
              <a:round/>
              <a:headEnd type="none" w="med" len="med"/>
              <a:tailEnd type="none" w="med" len="med"/>
            </a:ln>
          </p:spPr>
        </p:cxnSp>
        <p:grpSp>
          <p:nvGrpSpPr>
            <p:cNvPr id="1556" name="Google Shape;1556;p31"/>
            <p:cNvGrpSpPr/>
            <p:nvPr/>
          </p:nvGrpSpPr>
          <p:grpSpPr>
            <a:xfrm flipH="1">
              <a:off x="1278333" y="4513075"/>
              <a:ext cx="581800" cy="582350"/>
              <a:chOff x="8064275" y="887850"/>
              <a:chExt cx="581800" cy="582350"/>
            </a:xfrm>
          </p:grpSpPr>
          <p:sp>
            <p:nvSpPr>
              <p:cNvPr id="1557" name="Google Shape;1557;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3" name="Google Shape;1563;p31"/>
            <p:cNvGrpSpPr/>
            <p:nvPr/>
          </p:nvGrpSpPr>
          <p:grpSpPr>
            <a:xfrm flipH="1">
              <a:off x="2747608" y="4340463"/>
              <a:ext cx="292025" cy="292575"/>
              <a:chOff x="7353050" y="316275"/>
              <a:chExt cx="292025" cy="292575"/>
            </a:xfrm>
          </p:grpSpPr>
          <p:sp>
            <p:nvSpPr>
              <p:cNvPr id="1564" name="Google Shape;1564;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8" name="Google Shape;1568;p31"/>
            <p:cNvGrpSpPr/>
            <p:nvPr/>
          </p:nvGrpSpPr>
          <p:grpSpPr>
            <a:xfrm flipH="1">
              <a:off x="171308" y="4315025"/>
              <a:ext cx="175000" cy="175000"/>
              <a:chOff x="8792300" y="321275"/>
              <a:chExt cx="175000" cy="175000"/>
            </a:xfrm>
          </p:grpSpPr>
          <p:sp>
            <p:nvSpPr>
              <p:cNvPr id="1569" name="Google Shape;1569;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3" name="Google Shape;1573;p31"/>
            <p:cNvGrpSpPr/>
            <p:nvPr/>
          </p:nvGrpSpPr>
          <p:grpSpPr>
            <a:xfrm>
              <a:off x="3873197" y="4657550"/>
              <a:ext cx="293111" cy="293388"/>
              <a:chOff x="3164039" y="430875"/>
              <a:chExt cx="293111" cy="293388"/>
            </a:xfrm>
          </p:grpSpPr>
          <p:sp>
            <p:nvSpPr>
              <p:cNvPr id="1574" name="Google Shape;1574;p3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0" name="Google Shape;1580;p31"/>
            <p:cNvGrpSpPr/>
            <p:nvPr/>
          </p:nvGrpSpPr>
          <p:grpSpPr>
            <a:xfrm flipH="1">
              <a:off x="242270" y="4142425"/>
              <a:ext cx="175013" cy="27000"/>
              <a:chOff x="5662375" y="212375"/>
              <a:chExt cx="175013" cy="27000"/>
            </a:xfrm>
          </p:grpSpPr>
          <p:sp>
            <p:nvSpPr>
              <p:cNvPr id="1581" name="Google Shape;1581;p31"/>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1"/>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1"/>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84" name="Google Shape;1584;p31"/>
            <p:cNvCxnSpPr/>
            <p:nvPr/>
          </p:nvCxnSpPr>
          <p:spPr>
            <a:xfrm rot="10800000">
              <a:off x="5995050" y="226600"/>
              <a:ext cx="1504500" cy="224700"/>
            </a:xfrm>
            <a:prstGeom prst="straightConnector1">
              <a:avLst/>
            </a:prstGeom>
            <a:noFill/>
            <a:ln w="9525" cap="flat" cmpd="sng">
              <a:solidFill>
                <a:srgbClr val="595959"/>
              </a:solidFill>
              <a:prstDash val="solid"/>
              <a:round/>
              <a:headEnd type="none" w="med" len="med"/>
              <a:tailEnd type="none" w="med" len="med"/>
            </a:ln>
          </p:spPr>
        </p:cxnSp>
        <p:cxnSp>
          <p:nvCxnSpPr>
            <p:cNvPr id="1585" name="Google Shape;1585;p31"/>
            <p:cNvCxnSpPr/>
            <p:nvPr/>
          </p:nvCxnSpPr>
          <p:spPr>
            <a:xfrm rot="10800000">
              <a:off x="7512925" y="457850"/>
              <a:ext cx="829500" cy="743400"/>
            </a:xfrm>
            <a:prstGeom prst="straightConnector1">
              <a:avLst/>
            </a:prstGeom>
            <a:noFill/>
            <a:ln w="9525" cap="flat" cmpd="sng">
              <a:solidFill>
                <a:srgbClr val="595959"/>
              </a:solidFill>
              <a:prstDash val="solid"/>
              <a:round/>
              <a:headEnd type="none" w="med" len="med"/>
              <a:tailEnd type="none" w="med" len="med"/>
            </a:ln>
          </p:spPr>
        </p:cxnSp>
        <p:cxnSp>
          <p:nvCxnSpPr>
            <p:cNvPr id="1586" name="Google Shape;1586;p31"/>
            <p:cNvCxnSpPr/>
            <p:nvPr/>
          </p:nvCxnSpPr>
          <p:spPr>
            <a:xfrm flipH="1">
              <a:off x="8348975" y="-6625"/>
              <a:ext cx="796500" cy="1188000"/>
            </a:xfrm>
            <a:prstGeom prst="straightConnector1">
              <a:avLst/>
            </a:prstGeom>
            <a:noFill/>
            <a:ln w="9525" cap="flat" cmpd="sng">
              <a:solidFill>
                <a:srgbClr val="595959"/>
              </a:solidFill>
              <a:prstDash val="solid"/>
              <a:round/>
              <a:headEnd type="none" w="med" len="med"/>
              <a:tailEnd type="none" w="med" len="med"/>
            </a:ln>
          </p:spPr>
        </p:cxnSp>
        <p:grpSp>
          <p:nvGrpSpPr>
            <p:cNvPr id="1587" name="Google Shape;1587;p31"/>
            <p:cNvGrpSpPr/>
            <p:nvPr/>
          </p:nvGrpSpPr>
          <p:grpSpPr>
            <a:xfrm>
              <a:off x="8064275" y="1040250"/>
              <a:ext cx="581800" cy="582350"/>
              <a:chOff x="8064275" y="887850"/>
              <a:chExt cx="581800" cy="582350"/>
            </a:xfrm>
          </p:grpSpPr>
          <p:sp>
            <p:nvSpPr>
              <p:cNvPr id="1588" name="Google Shape;1588;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4" name="Google Shape;1594;p31"/>
            <p:cNvGrpSpPr/>
            <p:nvPr/>
          </p:nvGrpSpPr>
          <p:grpSpPr>
            <a:xfrm>
              <a:off x="7353050" y="316275"/>
              <a:ext cx="292025" cy="292575"/>
              <a:chOff x="7353050" y="316275"/>
              <a:chExt cx="292025" cy="292575"/>
            </a:xfrm>
          </p:grpSpPr>
          <p:sp>
            <p:nvSpPr>
              <p:cNvPr id="1595" name="Google Shape;1595;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9" name="Google Shape;1599;p31"/>
            <p:cNvGrpSpPr/>
            <p:nvPr/>
          </p:nvGrpSpPr>
          <p:grpSpPr>
            <a:xfrm>
              <a:off x="8792300" y="321275"/>
              <a:ext cx="175000" cy="175000"/>
              <a:chOff x="8792300" y="321275"/>
              <a:chExt cx="175000" cy="175000"/>
            </a:xfrm>
          </p:grpSpPr>
          <p:sp>
            <p:nvSpPr>
              <p:cNvPr id="1600" name="Google Shape;1600;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4" name="Google Shape;1604;p31"/>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1"/>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1"/>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1"/>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1"/>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1"/>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0" name="Google Shape;1610;p31"/>
            <p:cNvGrpSpPr/>
            <p:nvPr/>
          </p:nvGrpSpPr>
          <p:grpSpPr>
            <a:xfrm>
              <a:off x="8490050" y="170875"/>
              <a:ext cx="175013" cy="27000"/>
              <a:chOff x="5662375" y="212375"/>
              <a:chExt cx="175013" cy="27000"/>
            </a:xfrm>
          </p:grpSpPr>
          <p:sp>
            <p:nvSpPr>
              <p:cNvPr id="1611" name="Google Shape;1611;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4" name="Google Shape;1614;p31"/>
            <p:cNvGrpSpPr/>
            <p:nvPr/>
          </p:nvGrpSpPr>
          <p:grpSpPr>
            <a:xfrm>
              <a:off x="8678350" y="1658000"/>
              <a:ext cx="175013" cy="27000"/>
              <a:chOff x="5662375" y="212375"/>
              <a:chExt cx="175013" cy="27000"/>
            </a:xfrm>
          </p:grpSpPr>
          <p:sp>
            <p:nvSpPr>
              <p:cNvPr id="1615" name="Google Shape;1615;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18" name="Google Shape;1618;p31"/>
          <p:cNvSpPr txBox="1">
            <a:spLocks noGrp="1"/>
          </p:cNvSpPr>
          <p:nvPr>
            <p:ph type="subTitle" idx="1"/>
          </p:nvPr>
        </p:nvSpPr>
        <p:spPr>
          <a:xfrm>
            <a:off x="3639300"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1">
  <p:cSld name="CUSTOM_23">
    <p:spTree>
      <p:nvGrpSpPr>
        <p:cNvPr id="1" name="Shape 1619"/>
        <p:cNvGrpSpPr/>
        <p:nvPr/>
      </p:nvGrpSpPr>
      <p:grpSpPr>
        <a:xfrm>
          <a:off x="0" y="0"/>
          <a:ext cx="0" cy="0"/>
          <a:chOff x="0" y="0"/>
          <a:chExt cx="0" cy="0"/>
        </a:xfrm>
      </p:grpSpPr>
      <p:sp>
        <p:nvSpPr>
          <p:cNvPr id="1620" name="Google Shape;1620;p32"/>
          <p:cNvSpPr txBox="1">
            <a:spLocks noGrp="1"/>
          </p:cNvSpPr>
          <p:nvPr>
            <p:ph type="body" idx="1"/>
          </p:nvPr>
        </p:nvSpPr>
        <p:spPr>
          <a:xfrm>
            <a:off x="1881350" y="1246850"/>
            <a:ext cx="21333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marL="914400" lvl="1"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371600" lvl="2"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1828800" lvl="3"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2286000" lvl="4"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2743200" lvl="5"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3200400" lvl="6"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3657600" lvl="7"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4114800" lvl="8"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1" name="Google Shape;1621;p32"/>
          <p:cNvSpPr txBox="1">
            <a:spLocks noGrp="1"/>
          </p:cNvSpPr>
          <p:nvPr>
            <p:ph type="body" idx="2"/>
          </p:nvPr>
        </p:nvSpPr>
        <p:spPr>
          <a:xfrm>
            <a:off x="4220325" y="1246850"/>
            <a:ext cx="30999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marL="914400" lvl="1"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371600" lvl="2"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1828800" lvl="3"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2286000" lvl="4"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2743200" lvl="5"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3200400" lvl="6"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3657600" lvl="7"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4114800" lvl="8"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2" name="Google Shape;1622;p32"/>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623" name="Google Shape;1623;p32"/>
          <p:cNvGrpSpPr/>
          <p:nvPr/>
        </p:nvGrpSpPr>
        <p:grpSpPr>
          <a:xfrm>
            <a:off x="432850" y="0"/>
            <a:ext cx="8278300" cy="5165700"/>
            <a:chOff x="432850" y="0"/>
            <a:chExt cx="8278300" cy="5165700"/>
          </a:xfrm>
        </p:grpSpPr>
        <p:cxnSp>
          <p:nvCxnSpPr>
            <p:cNvPr id="1624" name="Google Shape;1624;p32"/>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25" name="Google Shape;1625;p32"/>
            <p:cNvGrpSpPr/>
            <p:nvPr/>
          </p:nvGrpSpPr>
          <p:grpSpPr>
            <a:xfrm>
              <a:off x="8129350" y="4292175"/>
              <a:ext cx="581800" cy="582350"/>
              <a:chOff x="8064275" y="887850"/>
              <a:chExt cx="581800" cy="582350"/>
            </a:xfrm>
          </p:grpSpPr>
          <p:sp>
            <p:nvSpPr>
              <p:cNvPr id="1626" name="Google Shape;1626;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2" name="Google Shape;1632;p32"/>
            <p:cNvGrpSpPr/>
            <p:nvPr/>
          </p:nvGrpSpPr>
          <p:grpSpPr>
            <a:xfrm>
              <a:off x="8274238" y="3720600"/>
              <a:ext cx="292025" cy="292575"/>
              <a:chOff x="7353050" y="316275"/>
              <a:chExt cx="292025" cy="292575"/>
            </a:xfrm>
          </p:grpSpPr>
          <p:sp>
            <p:nvSpPr>
              <p:cNvPr id="1633" name="Google Shape;1633;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7" name="Google Shape;1637;p32"/>
            <p:cNvGrpSpPr/>
            <p:nvPr/>
          </p:nvGrpSpPr>
          <p:grpSpPr>
            <a:xfrm>
              <a:off x="8332763" y="3212475"/>
              <a:ext cx="175000" cy="175000"/>
              <a:chOff x="8792300" y="321275"/>
              <a:chExt cx="175000" cy="175000"/>
            </a:xfrm>
          </p:grpSpPr>
          <p:sp>
            <p:nvSpPr>
              <p:cNvPr id="1638" name="Google Shape;1638;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42" name="Google Shape;1642;p32"/>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43" name="Google Shape;1643;p32"/>
            <p:cNvGrpSpPr/>
            <p:nvPr/>
          </p:nvGrpSpPr>
          <p:grpSpPr>
            <a:xfrm rot="10800000">
              <a:off x="432850" y="291788"/>
              <a:ext cx="581800" cy="582350"/>
              <a:chOff x="8064275" y="887850"/>
              <a:chExt cx="581800" cy="582350"/>
            </a:xfrm>
          </p:grpSpPr>
          <p:sp>
            <p:nvSpPr>
              <p:cNvPr id="1644" name="Google Shape;1644;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0" name="Google Shape;1650;p32"/>
            <p:cNvGrpSpPr/>
            <p:nvPr/>
          </p:nvGrpSpPr>
          <p:grpSpPr>
            <a:xfrm rot="10800000">
              <a:off x="577738" y="1153138"/>
              <a:ext cx="292025" cy="292575"/>
              <a:chOff x="7353050" y="316275"/>
              <a:chExt cx="292025" cy="292575"/>
            </a:xfrm>
          </p:grpSpPr>
          <p:sp>
            <p:nvSpPr>
              <p:cNvPr id="1651" name="Google Shape;1651;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5" name="Google Shape;1655;p32"/>
            <p:cNvGrpSpPr/>
            <p:nvPr/>
          </p:nvGrpSpPr>
          <p:grpSpPr>
            <a:xfrm rot="10800000">
              <a:off x="636238" y="1778838"/>
              <a:ext cx="175000" cy="175000"/>
              <a:chOff x="8792300" y="321275"/>
              <a:chExt cx="175000" cy="175000"/>
            </a:xfrm>
          </p:grpSpPr>
          <p:sp>
            <p:nvSpPr>
              <p:cNvPr id="1656" name="Google Shape;1656;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0" name="Google Shape;1660;p32"/>
            <p:cNvGrpSpPr/>
            <p:nvPr/>
          </p:nvGrpSpPr>
          <p:grpSpPr>
            <a:xfrm>
              <a:off x="432850" y="2003163"/>
              <a:ext cx="175013" cy="27000"/>
              <a:chOff x="5662375" y="212375"/>
              <a:chExt cx="175013" cy="27000"/>
            </a:xfrm>
          </p:grpSpPr>
          <p:sp>
            <p:nvSpPr>
              <p:cNvPr id="1661" name="Google Shape;1661;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4" name="Google Shape;1664;p32"/>
            <p:cNvGrpSpPr/>
            <p:nvPr/>
          </p:nvGrpSpPr>
          <p:grpSpPr>
            <a:xfrm>
              <a:off x="788100" y="208488"/>
              <a:ext cx="175013" cy="27000"/>
              <a:chOff x="5662375" y="212375"/>
              <a:chExt cx="175013" cy="27000"/>
            </a:xfrm>
          </p:grpSpPr>
          <p:sp>
            <p:nvSpPr>
              <p:cNvPr id="1665" name="Google Shape;1665;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8" name="Google Shape;1668;p32"/>
            <p:cNvGrpSpPr/>
            <p:nvPr/>
          </p:nvGrpSpPr>
          <p:grpSpPr>
            <a:xfrm>
              <a:off x="8129350" y="4988725"/>
              <a:ext cx="175013" cy="27000"/>
              <a:chOff x="5662375" y="212375"/>
              <a:chExt cx="175013" cy="27000"/>
            </a:xfrm>
          </p:grpSpPr>
          <p:sp>
            <p:nvSpPr>
              <p:cNvPr id="1669" name="Google Shape;1669;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2" name="Google Shape;1672;p32"/>
            <p:cNvGrpSpPr/>
            <p:nvPr/>
          </p:nvGrpSpPr>
          <p:grpSpPr>
            <a:xfrm>
              <a:off x="8497550" y="3429425"/>
              <a:ext cx="175013" cy="27000"/>
              <a:chOff x="5662375" y="212375"/>
              <a:chExt cx="175013" cy="27000"/>
            </a:xfrm>
          </p:grpSpPr>
          <p:sp>
            <p:nvSpPr>
              <p:cNvPr id="1673" name="Google Shape;1673;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76" name="Google Shape;1676;p32"/>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677" name="Google Shape;1677;p32"/>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678" name="Google Shape;1678;p32"/>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2"/>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2"/>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2"/>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68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682"/>
        <p:cNvGrpSpPr/>
        <p:nvPr/>
      </p:nvGrpSpPr>
      <p:grpSpPr>
        <a:xfrm>
          <a:off x="0" y="0"/>
          <a:ext cx="0" cy="0"/>
          <a:chOff x="0" y="0"/>
          <a:chExt cx="0" cy="0"/>
        </a:xfrm>
      </p:grpSpPr>
      <p:sp>
        <p:nvSpPr>
          <p:cNvPr id="1683" name="Google Shape;1683;p3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684" name="Google Shape;1684;p3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grpSp>
        <p:nvGrpSpPr>
          <p:cNvPr id="1690" name="Google Shape;1690;p35"/>
          <p:cNvGrpSpPr/>
          <p:nvPr/>
        </p:nvGrpSpPr>
        <p:grpSpPr>
          <a:xfrm>
            <a:off x="303210" y="959719"/>
            <a:ext cx="5343540" cy="4183680"/>
            <a:chOff x="469775" y="238125"/>
            <a:chExt cx="6679425" cy="5229600"/>
          </a:xfrm>
        </p:grpSpPr>
        <p:sp>
          <p:nvSpPr>
            <p:cNvPr id="1691"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4" name="Google Shape;1884;p35"/>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p>
            <a:r>
              <a:rPr lang="en" sz="5000" dirty="0"/>
              <a:t>Electric Vehicle Data Analysis</a:t>
            </a:r>
            <a:endParaRPr lang="en-US" dirty="0"/>
          </a:p>
        </p:txBody>
      </p:sp>
      <p:sp>
        <p:nvSpPr>
          <p:cNvPr id="1885" name="Google Shape;1885;p35"/>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p>
            <a:pPr>
              <a:buClr>
                <a:schemeClr val="dk1"/>
              </a:buClr>
              <a:buSzPts val="1100"/>
            </a:pPr>
            <a:r>
              <a:rPr lang="en" sz="2300" dirty="0"/>
              <a:t>Presented By Josh Magnan &amp; Ryan Somers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1896" name="Google Shape;1896;p37"/>
          <p:cNvGrpSpPr/>
          <p:nvPr/>
        </p:nvGrpSpPr>
        <p:grpSpPr>
          <a:xfrm>
            <a:off x="3994598" y="1510458"/>
            <a:ext cx="4430405" cy="3106404"/>
            <a:chOff x="862950" y="825025"/>
            <a:chExt cx="5862650" cy="4111175"/>
          </a:xfrm>
        </p:grpSpPr>
        <p:sp>
          <p:nvSpPr>
            <p:cNvPr id="1897" name="Google Shape;1897;p37"/>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7"/>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7"/>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7"/>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7"/>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7"/>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7"/>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7"/>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7"/>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7"/>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7"/>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7"/>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7"/>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7"/>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7"/>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7"/>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7"/>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7"/>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7"/>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7"/>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7"/>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7"/>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7"/>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7"/>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7"/>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7"/>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7"/>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7"/>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7"/>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7"/>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7"/>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7"/>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7"/>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7"/>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7"/>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7"/>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7"/>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7"/>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7"/>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7"/>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7"/>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7"/>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7"/>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7"/>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7"/>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7"/>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7"/>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7"/>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7"/>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7"/>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7"/>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7"/>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7"/>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7"/>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7"/>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7"/>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7"/>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7"/>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7"/>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7"/>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7"/>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7"/>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7"/>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7"/>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7"/>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7"/>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7"/>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7"/>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7"/>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7"/>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7"/>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7"/>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7"/>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7"/>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7"/>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7"/>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7"/>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7"/>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7"/>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7"/>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7"/>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7"/>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7"/>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7"/>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7"/>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7"/>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7"/>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7"/>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7"/>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7"/>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7"/>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7"/>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7"/>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7"/>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7"/>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7"/>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7"/>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7"/>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7"/>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7"/>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7"/>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7"/>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7"/>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7"/>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7"/>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7"/>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7"/>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7"/>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7"/>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7"/>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7"/>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7"/>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7"/>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7"/>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7"/>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7"/>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7"/>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7"/>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7"/>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7"/>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7"/>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7"/>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7"/>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7"/>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7"/>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7"/>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7"/>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7"/>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7"/>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7"/>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7"/>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7"/>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7"/>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7"/>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7"/>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7"/>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7"/>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7"/>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7"/>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7"/>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7"/>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7"/>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7"/>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7"/>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7"/>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7"/>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7"/>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7"/>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7"/>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7"/>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7"/>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7"/>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7"/>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7"/>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7"/>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7"/>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7"/>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7"/>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7"/>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7"/>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7"/>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7"/>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7"/>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7"/>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7"/>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7"/>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7"/>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7"/>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7"/>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7"/>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7"/>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7"/>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7"/>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7"/>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7"/>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7"/>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7"/>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7"/>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7"/>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7"/>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7"/>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7"/>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7"/>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7"/>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7"/>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7"/>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7"/>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7"/>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7"/>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7"/>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7"/>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7"/>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7"/>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7"/>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6" name="Google Shape;2106;p37"/>
          <p:cNvGrpSpPr/>
          <p:nvPr/>
        </p:nvGrpSpPr>
        <p:grpSpPr>
          <a:xfrm>
            <a:off x="731647" y="573573"/>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4" name="Google Shape;2114;p37"/>
          <p:cNvGrpSpPr/>
          <p:nvPr/>
        </p:nvGrpSpPr>
        <p:grpSpPr>
          <a:xfrm>
            <a:off x="731647" y="1650460"/>
            <a:ext cx="635100" cy="733490"/>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22" name="Google Shape;2122;p37"/>
          <p:cNvGrpSpPr/>
          <p:nvPr/>
        </p:nvGrpSpPr>
        <p:grpSpPr>
          <a:xfrm>
            <a:off x="731647" y="2728277"/>
            <a:ext cx="635100" cy="734984"/>
            <a:chOff x="731647" y="2728277"/>
            <a:chExt cx="635100" cy="734984"/>
          </a:xfrm>
        </p:grpSpPr>
        <p:grpSp>
          <p:nvGrpSpPr>
            <p:cNvPr id="2123" name="Google Shape;2123;p37"/>
            <p:cNvGrpSpPr/>
            <p:nvPr/>
          </p:nvGrpSpPr>
          <p:grpSpPr>
            <a:xfrm>
              <a:off x="731647" y="2728277"/>
              <a:ext cx="635100" cy="635100"/>
              <a:chOff x="917231" y="2905502"/>
              <a:chExt cx="635100" cy="635100"/>
            </a:xfrm>
          </p:grpSpPr>
          <p:sp>
            <p:nvSpPr>
              <p:cNvPr id="2124" name="Google Shape;2124;p37"/>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7"/>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6" name="Google Shape;2126;p37"/>
            <p:cNvGrpSpPr/>
            <p:nvPr/>
          </p:nvGrpSpPr>
          <p:grpSpPr>
            <a:xfrm>
              <a:off x="961679" y="3436260"/>
              <a:ext cx="175013" cy="27000"/>
              <a:chOff x="5662375" y="212375"/>
              <a:chExt cx="175013" cy="27000"/>
            </a:xfrm>
          </p:grpSpPr>
          <p:sp>
            <p:nvSpPr>
              <p:cNvPr id="2127" name="Google Shape;2127;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8" name="Google Shape;2128;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9" name="Google Shape;2129;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30" name="Google Shape;2130;p37"/>
          <p:cNvGrpSpPr/>
          <p:nvPr/>
        </p:nvGrpSpPr>
        <p:grpSpPr>
          <a:xfrm>
            <a:off x="731647" y="3806675"/>
            <a:ext cx="635100" cy="734704"/>
            <a:chOff x="731647" y="3806675"/>
            <a:chExt cx="635100" cy="734704"/>
          </a:xfrm>
        </p:grpSpPr>
        <p:grpSp>
          <p:nvGrpSpPr>
            <p:cNvPr id="2131" name="Google Shape;2131;p37"/>
            <p:cNvGrpSpPr/>
            <p:nvPr/>
          </p:nvGrpSpPr>
          <p:grpSpPr>
            <a:xfrm>
              <a:off x="731647" y="3806675"/>
              <a:ext cx="635100" cy="635100"/>
              <a:chOff x="917231" y="3983097"/>
              <a:chExt cx="635100" cy="635100"/>
            </a:xfrm>
          </p:grpSpPr>
          <p:sp>
            <p:nvSpPr>
              <p:cNvPr id="2132"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37"/>
            <p:cNvGrpSpPr/>
            <p:nvPr/>
          </p:nvGrpSpPr>
          <p:grpSpPr>
            <a:xfrm>
              <a:off x="961679" y="4514379"/>
              <a:ext cx="175013" cy="27000"/>
              <a:chOff x="5662375" y="212375"/>
              <a:chExt cx="175013" cy="27000"/>
            </a:xfrm>
          </p:grpSpPr>
          <p:sp>
            <p:nvSpPr>
              <p:cNvPr id="2135" name="Google Shape;2135;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6" name="Google Shape;2136;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7" name="Google Shape;2137;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8" name="Google Shape;2138;p37"/>
          <p:cNvSpPr txBox="1">
            <a:spLocks noGrp="1"/>
          </p:cNvSpPr>
          <p:nvPr>
            <p:ph type="title"/>
          </p:nvPr>
        </p:nvSpPr>
        <p:spPr>
          <a:xfrm>
            <a:off x="6398314" y="376669"/>
            <a:ext cx="2615100"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Table of Contents</a:t>
            </a:r>
            <a:endParaRPr/>
          </a:p>
        </p:txBody>
      </p:sp>
      <p:sp>
        <p:nvSpPr>
          <p:cNvPr id="2139" name="Google Shape;2139;p37"/>
          <p:cNvSpPr txBox="1">
            <a:spLocks noGrp="1"/>
          </p:cNvSpPr>
          <p:nvPr>
            <p:ph type="subTitle" idx="2"/>
          </p:nvPr>
        </p:nvSpPr>
        <p:spPr>
          <a:xfrm>
            <a:off x="1664208" y="713232"/>
            <a:ext cx="2615100" cy="576000"/>
          </a:xfrm>
          <a:prstGeom prst="rect">
            <a:avLst/>
          </a:prstGeom>
        </p:spPr>
        <p:txBody>
          <a:bodyPr spcFirstLastPara="1" wrap="square" lIns="91425" tIns="91425" rIns="91425" bIns="91425" anchor="t" anchorCtr="0">
            <a:noAutofit/>
          </a:bodyPr>
          <a:lstStyle/>
          <a:p>
            <a:r>
              <a:rPr lang="en" dirty="0"/>
              <a:t>Introduce the dataset...</a:t>
            </a:r>
            <a:endParaRPr lang="en-US" dirty="0"/>
          </a:p>
        </p:txBody>
      </p:sp>
      <p:sp>
        <p:nvSpPr>
          <p:cNvPr id="2140" name="Google Shape;2140;p37"/>
          <p:cNvSpPr txBox="1">
            <a:spLocks noGrp="1"/>
          </p:cNvSpPr>
          <p:nvPr>
            <p:ph type="subTitle" idx="1"/>
          </p:nvPr>
        </p:nvSpPr>
        <p:spPr>
          <a:xfrm>
            <a:off x="1664208" y="429768"/>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dirty="0"/>
              <a:t>Introduction</a:t>
            </a:r>
            <a:endParaRPr dirty="0"/>
          </a:p>
        </p:txBody>
      </p:sp>
      <p:sp>
        <p:nvSpPr>
          <p:cNvPr id="2141" name="Google Shape;2141;p37"/>
          <p:cNvSpPr txBox="1">
            <a:spLocks noGrp="1"/>
          </p:cNvSpPr>
          <p:nvPr>
            <p:ph type="subTitle" idx="3"/>
          </p:nvPr>
        </p:nvSpPr>
        <p:spPr>
          <a:xfrm>
            <a:off x="1664208" y="1508760"/>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accent1"/>
                </a:solidFill>
              </a:rPr>
              <a:t>Market Analysis and Target</a:t>
            </a:r>
            <a:endParaRPr/>
          </a:p>
        </p:txBody>
      </p:sp>
      <p:sp>
        <p:nvSpPr>
          <p:cNvPr id="2142" name="Google Shape;2142;p37"/>
          <p:cNvSpPr txBox="1">
            <a:spLocks noGrp="1"/>
          </p:cNvSpPr>
          <p:nvPr>
            <p:ph type="subTitle" idx="4"/>
          </p:nvPr>
        </p:nvSpPr>
        <p:spPr>
          <a:xfrm>
            <a:off x="1664208" y="1792224"/>
            <a:ext cx="2615100" cy="576000"/>
          </a:xfrm>
          <a:prstGeom prst="rect">
            <a:avLst/>
          </a:prstGeom>
        </p:spPr>
        <p:txBody>
          <a:bodyPr spcFirstLastPara="1" wrap="square" lIns="91425" tIns="91425" rIns="91425" bIns="91425" anchor="t" anchorCtr="0">
            <a:noAutofit/>
          </a:bodyPr>
          <a:lstStyle/>
          <a:p>
            <a:pPr>
              <a:buClr>
                <a:schemeClr val="dk1"/>
              </a:buClr>
              <a:buSzPts val="1100"/>
            </a:pPr>
            <a:r>
              <a:rPr lang="en" dirty="0"/>
              <a:t>Talk about certain trends...</a:t>
            </a:r>
          </a:p>
        </p:txBody>
      </p:sp>
      <p:sp>
        <p:nvSpPr>
          <p:cNvPr id="2143" name="Google Shape;2143;p37"/>
          <p:cNvSpPr txBox="1">
            <a:spLocks noGrp="1"/>
          </p:cNvSpPr>
          <p:nvPr>
            <p:ph type="subTitle" idx="5"/>
          </p:nvPr>
        </p:nvSpPr>
        <p:spPr>
          <a:xfrm>
            <a:off x="1664208" y="2587752"/>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accent1"/>
                </a:solidFill>
              </a:rPr>
              <a:t>Our Process</a:t>
            </a:r>
            <a:endParaRPr/>
          </a:p>
        </p:txBody>
      </p:sp>
      <p:sp>
        <p:nvSpPr>
          <p:cNvPr id="2144" name="Google Shape;2144;p37"/>
          <p:cNvSpPr txBox="1">
            <a:spLocks noGrp="1"/>
          </p:cNvSpPr>
          <p:nvPr>
            <p:ph type="subTitle" idx="6"/>
          </p:nvPr>
        </p:nvSpPr>
        <p:spPr>
          <a:xfrm>
            <a:off x="1664208" y="2871216"/>
            <a:ext cx="2615100" cy="576000"/>
          </a:xfrm>
          <a:prstGeom prst="rect">
            <a:avLst/>
          </a:prstGeom>
        </p:spPr>
        <p:txBody>
          <a:bodyPr spcFirstLastPara="1" wrap="square" lIns="91425" tIns="91425" rIns="91425" bIns="91425" anchor="t" anchorCtr="0">
            <a:noAutofit/>
          </a:bodyPr>
          <a:lstStyle/>
          <a:p>
            <a:r>
              <a:rPr lang="en" dirty="0"/>
              <a:t>Talk about cleaning the data, creating visuals...</a:t>
            </a:r>
            <a:endParaRPr lang="en-US" dirty="0"/>
          </a:p>
        </p:txBody>
      </p:sp>
      <p:sp>
        <p:nvSpPr>
          <p:cNvPr id="2145" name="Google Shape;2145;p37"/>
          <p:cNvSpPr txBox="1">
            <a:spLocks noGrp="1"/>
          </p:cNvSpPr>
          <p:nvPr>
            <p:ph type="subTitle" idx="7"/>
          </p:nvPr>
        </p:nvSpPr>
        <p:spPr>
          <a:xfrm>
            <a:off x="1664208" y="3666744"/>
            <a:ext cx="2615100" cy="384000"/>
          </a:xfrm>
          <a:prstGeom prst="rect">
            <a:avLst/>
          </a:prstGeom>
        </p:spPr>
        <p:txBody>
          <a:bodyPr spcFirstLastPara="1" wrap="square" lIns="91425" tIns="91425" rIns="91425" bIns="91425" anchor="t" anchorCtr="0">
            <a:noAutofit/>
          </a:bodyPr>
          <a:lstStyle/>
          <a:p>
            <a:pPr>
              <a:lnSpc>
                <a:spcPct val="114999"/>
              </a:lnSpc>
            </a:pPr>
            <a:r>
              <a:rPr lang="en" dirty="0"/>
              <a:t>Key Findings</a:t>
            </a:r>
          </a:p>
        </p:txBody>
      </p:sp>
      <p:sp>
        <p:nvSpPr>
          <p:cNvPr id="2146" name="Google Shape;2146;p37"/>
          <p:cNvSpPr txBox="1">
            <a:spLocks noGrp="1"/>
          </p:cNvSpPr>
          <p:nvPr>
            <p:ph type="subTitle" idx="8"/>
          </p:nvPr>
        </p:nvSpPr>
        <p:spPr>
          <a:xfrm>
            <a:off x="1664208" y="3950208"/>
            <a:ext cx="2615100" cy="576000"/>
          </a:xfrm>
          <a:prstGeom prst="rect">
            <a:avLst/>
          </a:prstGeom>
        </p:spPr>
        <p:txBody>
          <a:bodyPr spcFirstLastPara="1" wrap="square" lIns="91425" tIns="91425" rIns="91425" bIns="91425" anchor="t" anchorCtr="0">
            <a:noAutofit/>
          </a:bodyPr>
          <a:lstStyle/>
          <a:p>
            <a:r>
              <a:rPr lang="en" dirty="0"/>
              <a:t>Talk about our findings/answers...</a:t>
            </a:r>
            <a:endParaRPr lang="en-US" dirty="0"/>
          </a:p>
        </p:txBody>
      </p:sp>
      <p:sp>
        <p:nvSpPr>
          <p:cNvPr id="2147" name="Google Shape;2147;p37"/>
          <p:cNvSpPr txBox="1">
            <a:spLocks noGrp="1"/>
          </p:cNvSpPr>
          <p:nvPr>
            <p:ph type="title" idx="9"/>
          </p:nvPr>
        </p:nvSpPr>
        <p:spPr>
          <a:xfrm>
            <a:off x="813816" y="722376"/>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48" name="Google Shape;2148;p37"/>
          <p:cNvSpPr txBox="1">
            <a:spLocks noGrp="1"/>
          </p:cNvSpPr>
          <p:nvPr>
            <p:ph type="title" idx="13"/>
          </p:nvPr>
        </p:nvSpPr>
        <p:spPr>
          <a:xfrm>
            <a:off x="813816" y="180136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149" name="Google Shape;2149;p37"/>
          <p:cNvSpPr txBox="1">
            <a:spLocks noGrp="1"/>
          </p:cNvSpPr>
          <p:nvPr>
            <p:ph type="title" idx="14"/>
          </p:nvPr>
        </p:nvSpPr>
        <p:spPr>
          <a:xfrm>
            <a:off x="813816" y="288036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150" name="Google Shape;2150;p37"/>
          <p:cNvSpPr txBox="1">
            <a:spLocks noGrp="1"/>
          </p:cNvSpPr>
          <p:nvPr>
            <p:ph type="title" idx="15"/>
          </p:nvPr>
        </p:nvSpPr>
        <p:spPr>
          <a:xfrm>
            <a:off x="813816" y="3959352"/>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grpSp>
        <p:nvGrpSpPr>
          <p:cNvPr id="2" name="Google Shape;2130;p37">
            <a:extLst>
              <a:ext uri="{FF2B5EF4-FFF2-40B4-BE49-F238E27FC236}">
                <a16:creationId xmlns:a16="http://schemas.microsoft.com/office/drawing/2014/main" id="{4B25E783-2049-C576-C42F-E5E011CF62B1}"/>
              </a:ext>
            </a:extLst>
          </p:cNvPr>
          <p:cNvGrpSpPr/>
          <p:nvPr/>
        </p:nvGrpSpPr>
        <p:grpSpPr>
          <a:xfrm>
            <a:off x="3995213" y="513030"/>
            <a:ext cx="635100" cy="734704"/>
            <a:chOff x="731647" y="3806675"/>
            <a:chExt cx="635100" cy="734704"/>
          </a:xfrm>
        </p:grpSpPr>
        <p:grpSp>
          <p:nvGrpSpPr>
            <p:cNvPr id="3" name="Google Shape;2131;p37">
              <a:extLst>
                <a:ext uri="{FF2B5EF4-FFF2-40B4-BE49-F238E27FC236}">
                  <a16:creationId xmlns:a16="http://schemas.microsoft.com/office/drawing/2014/main" id="{D2A93FF7-7776-B654-4117-5BEFF1F0AFFE}"/>
                </a:ext>
              </a:extLst>
            </p:cNvPr>
            <p:cNvGrpSpPr/>
            <p:nvPr/>
          </p:nvGrpSpPr>
          <p:grpSpPr>
            <a:xfrm>
              <a:off x="731647" y="3806675"/>
              <a:ext cx="635100" cy="635100"/>
              <a:chOff x="917231" y="3983097"/>
              <a:chExt cx="635100" cy="635100"/>
            </a:xfrm>
          </p:grpSpPr>
          <p:sp>
            <p:nvSpPr>
              <p:cNvPr id="8" name="Google Shape;2132;p37">
                <a:extLst>
                  <a:ext uri="{FF2B5EF4-FFF2-40B4-BE49-F238E27FC236}">
                    <a16:creationId xmlns:a16="http://schemas.microsoft.com/office/drawing/2014/main" id="{5626E83E-D4CF-CD97-30B2-2FF1D4754893}"/>
                  </a:ext>
                </a:extLst>
              </p:cNvPr>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33;p37">
                <a:extLst>
                  <a:ext uri="{FF2B5EF4-FFF2-40B4-BE49-F238E27FC236}">
                    <a16:creationId xmlns:a16="http://schemas.microsoft.com/office/drawing/2014/main" id="{8881BD34-802E-6BAC-EF12-D30AAF9A4E3F}"/>
                  </a:ext>
                </a:extLst>
              </p:cNvPr>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2134;p37">
              <a:extLst>
                <a:ext uri="{FF2B5EF4-FFF2-40B4-BE49-F238E27FC236}">
                  <a16:creationId xmlns:a16="http://schemas.microsoft.com/office/drawing/2014/main" id="{D43ACAF2-64B5-1B3A-267F-4AC6636F5737}"/>
                </a:ext>
              </a:extLst>
            </p:cNvPr>
            <p:cNvGrpSpPr/>
            <p:nvPr/>
          </p:nvGrpSpPr>
          <p:grpSpPr>
            <a:xfrm>
              <a:off x="961679" y="4514379"/>
              <a:ext cx="175013" cy="27000"/>
              <a:chOff x="5662375" y="212375"/>
              <a:chExt cx="175013" cy="27000"/>
            </a:xfrm>
          </p:grpSpPr>
          <p:sp>
            <p:nvSpPr>
              <p:cNvPr id="5" name="Google Shape;2135;p37">
                <a:extLst>
                  <a:ext uri="{FF2B5EF4-FFF2-40B4-BE49-F238E27FC236}">
                    <a16:creationId xmlns:a16="http://schemas.microsoft.com/office/drawing/2014/main" id="{D7770187-87E6-6FE8-DEB2-FE834AB15AB2}"/>
                  </a:ext>
                </a:extLst>
              </p:cNvPr>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6" name="Google Shape;2136;p37">
                <a:extLst>
                  <a:ext uri="{FF2B5EF4-FFF2-40B4-BE49-F238E27FC236}">
                    <a16:creationId xmlns:a16="http://schemas.microsoft.com/office/drawing/2014/main" id="{6C474830-CD58-A900-D61D-25BC6D984438}"/>
                  </a:ext>
                </a:extLst>
              </p:cNvPr>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7" name="Google Shape;2137;p37">
                <a:extLst>
                  <a:ext uri="{FF2B5EF4-FFF2-40B4-BE49-F238E27FC236}">
                    <a16:creationId xmlns:a16="http://schemas.microsoft.com/office/drawing/2014/main" id="{E5235837-6EAC-50E6-9E6B-EFBE5A650ED2}"/>
                  </a:ext>
                </a:extLst>
              </p:cNvPr>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11" name="Google Shape;2145;p37">
            <a:extLst>
              <a:ext uri="{FF2B5EF4-FFF2-40B4-BE49-F238E27FC236}">
                <a16:creationId xmlns:a16="http://schemas.microsoft.com/office/drawing/2014/main" id="{84FAFDCB-E5C0-5512-0871-3118F84445DE}"/>
              </a:ext>
            </a:extLst>
          </p:cNvPr>
          <p:cNvSpPr txBox="1">
            <a:spLocks/>
          </p:cNvSpPr>
          <p:nvPr/>
        </p:nvSpPr>
        <p:spPr>
          <a:xfrm>
            <a:off x="4927774" y="373099"/>
            <a:ext cx="2615100" cy="384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nSpc>
                <a:spcPct val="114999"/>
              </a:lnSpc>
            </a:pPr>
            <a:r>
              <a:rPr lang="en" dirty="0"/>
              <a:t>Conclusion</a:t>
            </a:r>
            <a:endParaRPr lang="en-US" dirty="0"/>
          </a:p>
        </p:txBody>
      </p:sp>
      <p:sp>
        <p:nvSpPr>
          <p:cNvPr id="13" name="Google Shape;2146;p37">
            <a:extLst>
              <a:ext uri="{FF2B5EF4-FFF2-40B4-BE49-F238E27FC236}">
                <a16:creationId xmlns:a16="http://schemas.microsoft.com/office/drawing/2014/main" id="{01A270F5-E77B-A4B8-B43F-86AA9BBAF144}"/>
              </a:ext>
            </a:extLst>
          </p:cNvPr>
          <p:cNvSpPr txBox="1">
            <a:spLocks/>
          </p:cNvSpPr>
          <p:nvPr/>
        </p:nvSpPr>
        <p:spPr>
          <a:xfrm>
            <a:off x="4927774" y="661576"/>
            <a:ext cx="1452048" cy="5810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r>
              <a:rPr lang="en" dirty="0"/>
              <a:t>Conclude our presentation</a:t>
            </a:r>
          </a:p>
        </p:txBody>
      </p:sp>
      <p:sp>
        <p:nvSpPr>
          <p:cNvPr id="15" name="Google Shape;2150;p37">
            <a:extLst>
              <a:ext uri="{FF2B5EF4-FFF2-40B4-BE49-F238E27FC236}">
                <a16:creationId xmlns:a16="http://schemas.microsoft.com/office/drawing/2014/main" id="{860CDCE5-3F64-7CAD-D628-A9634DCDF45C}"/>
              </a:ext>
            </a:extLst>
          </p:cNvPr>
          <p:cNvSpPr txBox="1">
            <a:spLocks/>
          </p:cNvSpPr>
          <p:nvPr/>
        </p:nvSpPr>
        <p:spPr>
          <a:xfrm>
            <a:off x="4077382" y="665707"/>
            <a:ext cx="457200" cy="347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1pPr>
            <a:lvl2pPr marR="0" lvl="1"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2pPr>
            <a:lvl3pPr marR="0" lvl="2"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3pPr>
            <a:lvl4pPr marR="0" lvl="3"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4pPr>
            <a:lvl5pPr marR="0" lvl="4"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5pPr>
            <a:lvl6pPr marR="0" lvl="5"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6pPr>
            <a:lvl7pPr marR="0" lvl="6"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7pPr>
            <a:lvl8pPr marR="0" lvl="7"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8pPr>
            <a:lvl9pPr marR="0" lvl="8"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9pPr>
          </a:lstStyle>
          <a:p>
            <a:r>
              <a:rPr lang="en" dirty="0"/>
              <a:t>05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700" dirty="0"/>
              <a:t>Introduction</a:t>
            </a:r>
            <a:endParaRPr sz="4700" dirty="0"/>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57" name="Google Shape;2157;p38"/>
          <p:cNvSpPr txBox="1">
            <a:spLocks noGrp="1"/>
          </p:cNvSpPr>
          <p:nvPr>
            <p:ph type="subTitle" idx="1"/>
          </p:nvPr>
        </p:nvSpPr>
        <p:spPr>
          <a:xfrm>
            <a:off x="2973225" y="2999232"/>
            <a:ext cx="3200400" cy="685800"/>
          </a:xfrm>
          <a:prstGeom prst="rect">
            <a:avLst/>
          </a:prstGeom>
        </p:spPr>
        <p:txBody>
          <a:bodyPr spcFirstLastPara="1" wrap="square" lIns="91425" tIns="91425" rIns="91425" bIns="91425" anchor="t" anchorCtr="0">
            <a:noAutofit/>
          </a:bodyPr>
          <a:lstStyle/>
          <a:p>
            <a:r>
              <a:rPr lang="en" dirty="0"/>
              <a:t>Contains data on electric vehicles registered in Washington State</a:t>
            </a:r>
            <a:endParaRPr lang="en" dirty="0">
              <a:latin typeface="Barlow Semi Condensed"/>
              <a:ea typeface="Barlow Semi Condensed"/>
              <a:cs typeface="Barlow Semi Condensed"/>
            </a:endParaRPr>
          </a:p>
        </p:txBody>
      </p:sp>
      <p:sp>
        <p:nvSpPr>
          <p:cNvPr id="3" name="Google Shape;2124;p37">
            <a:extLst>
              <a:ext uri="{FF2B5EF4-FFF2-40B4-BE49-F238E27FC236}">
                <a16:creationId xmlns:a16="http://schemas.microsoft.com/office/drawing/2014/main" id="{D50D753B-BF5B-9DFA-E67C-5D25B563EDFE}"/>
              </a:ext>
            </a:extLst>
          </p:cNvPr>
          <p:cNvSpPr/>
          <p:nvPr/>
        </p:nvSpPr>
        <p:spPr>
          <a:xfrm>
            <a:off x="7689909" y="18159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125;p37">
            <a:extLst>
              <a:ext uri="{FF2B5EF4-FFF2-40B4-BE49-F238E27FC236}">
                <a16:creationId xmlns:a16="http://schemas.microsoft.com/office/drawing/2014/main" id="{7AB32F04-1FAA-4018-2689-7B293A77788E}"/>
              </a:ext>
            </a:extLst>
          </p:cNvPr>
          <p:cNvSpPr/>
          <p:nvPr/>
        </p:nvSpPr>
        <p:spPr>
          <a:xfrm>
            <a:off x="7774609" y="266343"/>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lang="en-US" dirty="0"/>
          </a:p>
        </p:txBody>
      </p:sp>
      <p:sp>
        <p:nvSpPr>
          <p:cNvPr id="7" name="TextBox 6">
            <a:extLst>
              <a:ext uri="{FF2B5EF4-FFF2-40B4-BE49-F238E27FC236}">
                <a16:creationId xmlns:a16="http://schemas.microsoft.com/office/drawing/2014/main" id="{C474ED38-6E8A-8A38-D337-E6E7A5518B5A}"/>
              </a:ext>
            </a:extLst>
          </p:cNvPr>
          <p:cNvSpPr txBox="1"/>
          <p:nvPr/>
        </p:nvSpPr>
        <p:spPr>
          <a:xfrm>
            <a:off x="7772400" y="297782"/>
            <a:ext cx="65271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Fjalla One"/>
              </a:rPr>
              <a:t>01</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3732436" y="526916"/>
            <a:ext cx="1679127" cy="1679127"/>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5" name="Google Shape;2165;p39"/>
          <p:cNvSpPr txBox="1"/>
          <p:nvPr/>
        </p:nvSpPr>
        <p:spPr>
          <a:xfrm>
            <a:off x="4039175" y="1546877"/>
            <a:ext cx="1065600" cy="320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b="1" dirty="0">
                <a:solidFill>
                  <a:schemeClr val="dk2"/>
                </a:solidFill>
                <a:latin typeface="Abel"/>
                <a:ea typeface="Abel"/>
                <a:cs typeface="Abel"/>
              </a:rPr>
              <a:t>EV</a:t>
            </a:r>
          </a:p>
        </p:txBody>
      </p:sp>
      <p:sp>
        <p:nvSpPr>
          <p:cNvPr id="2177" name="Google Shape;2177;p39"/>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p>
            <a:r>
              <a:rPr lang="en" dirty="0"/>
              <a:t>Our Objective</a:t>
            </a:r>
            <a:endParaRPr lang="en-US" dirty="0"/>
          </a:p>
        </p:txBody>
      </p:sp>
      <p:sp>
        <p:nvSpPr>
          <p:cNvPr id="2178" name="Google Shape;2178;p39"/>
          <p:cNvSpPr txBox="1">
            <a:spLocks noGrp="1"/>
          </p:cNvSpPr>
          <p:nvPr>
            <p:ph type="subTitle" idx="1"/>
          </p:nvPr>
        </p:nvSpPr>
        <p:spPr>
          <a:xfrm>
            <a:off x="2167128" y="3054096"/>
            <a:ext cx="4809600" cy="1134000"/>
          </a:xfrm>
          <a:prstGeom prst="rect">
            <a:avLst/>
          </a:prstGeom>
        </p:spPr>
        <p:txBody>
          <a:bodyPr spcFirstLastPara="1" wrap="square" lIns="91425" tIns="91425" rIns="91425" bIns="91425" anchor="t" anchorCtr="0">
            <a:noAutofit/>
          </a:bodyPr>
          <a:lstStyle/>
          <a:p>
            <a:r>
              <a:rPr lang="en" sz="1600" dirty="0"/>
              <a:t>To analyze this dataset &amp; derive insights regarding electric vehicle adoption, performance , and trends</a:t>
            </a:r>
          </a:p>
          <a:p>
            <a:pPr marL="285750" indent="-285750">
              <a:buChar char="•"/>
            </a:pPr>
            <a:endParaRPr lang="en" sz="1600" dirty="0"/>
          </a:p>
        </p:txBody>
      </p:sp>
      <p:grpSp>
        <p:nvGrpSpPr>
          <p:cNvPr id="7" name="Google Shape;13442;p75">
            <a:extLst>
              <a:ext uri="{FF2B5EF4-FFF2-40B4-BE49-F238E27FC236}">
                <a16:creationId xmlns:a16="http://schemas.microsoft.com/office/drawing/2014/main" id="{652DD55C-7B64-ED98-8D26-337351BE31D0}"/>
              </a:ext>
            </a:extLst>
          </p:cNvPr>
          <p:cNvGrpSpPr/>
          <p:nvPr/>
        </p:nvGrpSpPr>
        <p:grpSpPr>
          <a:xfrm>
            <a:off x="4192722" y="937329"/>
            <a:ext cx="765128" cy="697954"/>
            <a:chOff x="1487200" y="4421025"/>
            <a:chExt cx="483125" cy="439750"/>
          </a:xfrm>
        </p:grpSpPr>
        <p:sp>
          <p:nvSpPr>
            <p:cNvPr id="3" name="Google Shape;13443;p75">
              <a:extLst>
                <a:ext uri="{FF2B5EF4-FFF2-40B4-BE49-F238E27FC236}">
                  <a16:creationId xmlns:a16="http://schemas.microsoft.com/office/drawing/2014/main" id="{4310F7F7-E614-8A97-322B-3382450F943F}"/>
                </a:ext>
              </a:extLst>
            </p:cNvPr>
            <p:cNvSpPr/>
            <p:nvPr/>
          </p:nvSpPr>
          <p:spPr>
            <a:xfrm>
              <a:off x="1487200" y="4421025"/>
              <a:ext cx="483125" cy="439750"/>
            </a:xfrm>
            <a:custGeom>
              <a:avLst/>
              <a:gdLst/>
              <a:ahLst/>
              <a:cxnLst/>
              <a:rect l="l" t="t" r="r" b="b"/>
              <a:pathLst>
                <a:path w="19325" h="17590" extrusionOk="0">
                  <a:moveTo>
                    <a:pt x="12818" y="1130"/>
                  </a:moveTo>
                  <a:cubicBezTo>
                    <a:pt x="14361" y="1130"/>
                    <a:pt x="15671" y="2389"/>
                    <a:pt x="15867" y="4059"/>
                  </a:cubicBezTo>
                  <a:cubicBezTo>
                    <a:pt x="15867" y="4077"/>
                    <a:pt x="15870" y="4095"/>
                    <a:pt x="15873" y="4110"/>
                  </a:cubicBezTo>
                  <a:lnTo>
                    <a:pt x="16242" y="5871"/>
                  </a:lnTo>
                  <a:lnTo>
                    <a:pt x="9406" y="5871"/>
                  </a:lnTo>
                  <a:lnTo>
                    <a:pt x="11707" y="4110"/>
                  </a:lnTo>
                  <a:cubicBezTo>
                    <a:pt x="11957" y="3920"/>
                    <a:pt x="12008" y="3561"/>
                    <a:pt x="11815" y="3310"/>
                  </a:cubicBezTo>
                  <a:cubicBezTo>
                    <a:pt x="11703" y="3166"/>
                    <a:pt x="11534" y="3091"/>
                    <a:pt x="11364" y="3091"/>
                  </a:cubicBezTo>
                  <a:cubicBezTo>
                    <a:pt x="11242" y="3091"/>
                    <a:pt x="11119" y="3130"/>
                    <a:pt x="11015" y="3211"/>
                  </a:cubicBezTo>
                  <a:lnTo>
                    <a:pt x="7618" y="5816"/>
                  </a:lnTo>
                  <a:cubicBezTo>
                    <a:pt x="7597" y="5835"/>
                    <a:pt x="7576" y="5853"/>
                    <a:pt x="7558" y="5871"/>
                  </a:cubicBezTo>
                  <a:lnTo>
                    <a:pt x="3083" y="5871"/>
                  </a:lnTo>
                  <a:lnTo>
                    <a:pt x="3451" y="4110"/>
                  </a:lnTo>
                  <a:cubicBezTo>
                    <a:pt x="3454" y="4095"/>
                    <a:pt x="3457" y="4077"/>
                    <a:pt x="3460" y="4059"/>
                  </a:cubicBezTo>
                  <a:cubicBezTo>
                    <a:pt x="3654" y="2389"/>
                    <a:pt x="4964" y="1130"/>
                    <a:pt x="6507" y="1130"/>
                  </a:cubicBezTo>
                  <a:close/>
                  <a:moveTo>
                    <a:pt x="16939" y="7021"/>
                  </a:moveTo>
                  <a:cubicBezTo>
                    <a:pt x="17631" y="7021"/>
                    <a:pt x="18192" y="7580"/>
                    <a:pt x="18192" y="8274"/>
                  </a:cubicBezTo>
                  <a:lnTo>
                    <a:pt x="18192" y="11913"/>
                  </a:lnTo>
                  <a:cubicBezTo>
                    <a:pt x="18192" y="12604"/>
                    <a:pt x="17631" y="13163"/>
                    <a:pt x="16939" y="13166"/>
                  </a:cubicBezTo>
                  <a:lnTo>
                    <a:pt x="2385" y="13166"/>
                  </a:lnTo>
                  <a:cubicBezTo>
                    <a:pt x="1694" y="13163"/>
                    <a:pt x="1132" y="12604"/>
                    <a:pt x="1132" y="11913"/>
                  </a:cubicBezTo>
                  <a:lnTo>
                    <a:pt x="1132" y="8274"/>
                  </a:lnTo>
                  <a:cubicBezTo>
                    <a:pt x="1132" y="7580"/>
                    <a:pt x="1694" y="7021"/>
                    <a:pt x="2385" y="7021"/>
                  </a:cubicBezTo>
                  <a:close/>
                  <a:moveTo>
                    <a:pt x="5813" y="14304"/>
                  </a:moveTo>
                  <a:lnTo>
                    <a:pt x="5813" y="15889"/>
                  </a:lnTo>
                  <a:cubicBezTo>
                    <a:pt x="5813" y="16203"/>
                    <a:pt x="5559" y="16457"/>
                    <a:pt x="5248" y="16457"/>
                  </a:cubicBezTo>
                  <a:lnTo>
                    <a:pt x="3874" y="16457"/>
                  </a:lnTo>
                  <a:cubicBezTo>
                    <a:pt x="3560" y="16457"/>
                    <a:pt x="3306" y="16203"/>
                    <a:pt x="3306" y="15889"/>
                  </a:cubicBezTo>
                  <a:lnTo>
                    <a:pt x="3306" y="14304"/>
                  </a:lnTo>
                  <a:close/>
                  <a:moveTo>
                    <a:pt x="16018" y="14304"/>
                  </a:moveTo>
                  <a:lnTo>
                    <a:pt x="16018" y="15889"/>
                  </a:lnTo>
                  <a:cubicBezTo>
                    <a:pt x="16018" y="16203"/>
                    <a:pt x="15765" y="16457"/>
                    <a:pt x="15454" y="16457"/>
                  </a:cubicBezTo>
                  <a:lnTo>
                    <a:pt x="14080" y="16457"/>
                  </a:lnTo>
                  <a:cubicBezTo>
                    <a:pt x="13766" y="16457"/>
                    <a:pt x="13512" y="16203"/>
                    <a:pt x="13512" y="15889"/>
                  </a:cubicBezTo>
                  <a:lnTo>
                    <a:pt x="13512" y="14304"/>
                  </a:lnTo>
                  <a:close/>
                  <a:moveTo>
                    <a:pt x="6507" y="1"/>
                  </a:moveTo>
                  <a:cubicBezTo>
                    <a:pt x="4396" y="1"/>
                    <a:pt x="2609" y="1677"/>
                    <a:pt x="2337" y="3902"/>
                  </a:cubicBezTo>
                  <a:lnTo>
                    <a:pt x="1911" y="5934"/>
                  </a:lnTo>
                  <a:cubicBezTo>
                    <a:pt x="800" y="6161"/>
                    <a:pt x="0" y="7139"/>
                    <a:pt x="0" y="8274"/>
                  </a:cubicBezTo>
                  <a:lnTo>
                    <a:pt x="0" y="11910"/>
                  </a:lnTo>
                  <a:cubicBezTo>
                    <a:pt x="3" y="13145"/>
                    <a:pt x="945" y="14177"/>
                    <a:pt x="2174" y="14286"/>
                  </a:cubicBezTo>
                  <a:lnTo>
                    <a:pt x="2174" y="15889"/>
                  </a:lnTo>
                  <a:cubicBezTo>
                    <a:pt x="2174" y="16828"/>
                    <a:pt x="2935" y="17586"/>
                    <a:pt x="3874" y="17589"/>
                  </a:cubicBezTo>
                  <a:lnTo>
                    <a:pt x="5248" y="17589"/>
                  </a:lnTo>
                  <a:cubicBezTo>
                    <a:pt x="6184" y="17586"/>
                    <a:pt x="6945" y="16828"/>
                    <a:pt x="6945" y="15889"/>
                  </a:cubicBezTo>
                  <a:lnTo>
                    <a:pt x="6945" y="14298"/>
                  </a:lnTo>
                  <a:lnTo>
                    <a:pt x="12380" y="14298"/>
                  </a:lnTo>
                  <a:lnTo>
                    <a:pt x="12380" y="15889"/>
                  </a:lnTo>
                  <a:cubicBezTo>
                    <a:pt x="12380" y="16828"/>
                    <a:pt x="13141" y="17586"/>
                    <a:pt x="14080" y="17589"/>
                  </a:cubicBezTo>
                  <a:lnTo>
                    <a:pt x="15454" y="17589"/>
                  </a:lnTo>
                  <a:cubicBezTo>
                    <a:pt x="16390" y="17586"/>
                    <a:pt x="17151" y="16828"/>
                    <a:pt x="17151" y="15889"/>
                  </a:cubicBezTo>
                  <a:lnTo>
                    <a:pt x="17151" y="14286"/>
                  </a:lnTo>
                  <a:cubicBezTo>
                    <a:pt x="18380" y="14177"/>
                    <a:pt x="19322" y="13145"/>
                    <a:pt x="19325" y="11913"/>
                  </a:cubicBezTo>
                  <a:lnTo>
                    <a:pt x="19325" y="8274"/>
                  </a:lnTo>
                  <a:cubicBezTo>
                    <a:pt x="19325" y="7139"/>
                    <a:pt x="18524" y="6161"/>
                    <a:pt x="17413" y="5934"/>
                  </a:cubicBezTo>
                  <a:lnTo>
                    <a:pt x="16988" y="3902"/>
                  </a:lnTo>
                  <a:cubicBezTo>
                    <a:pt x="16716" y="1677"/>
                    <a:pt x="14928" y="1"/>
                    <a:pt x="128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 name="Google Shape;13444;p75">
              <a:extLst>
                <a:ext uri="{FF2B5EF4-FFF2-40B4-BE49-F238E27FC236}">
                  <a16:creationId xmlns:a16="http://schemas.microsoft.com/office/drawing/2014/main" id="{82BCF012-283F-5372-C626-08030C4846EE}"/>
                </a:ext>
              </a:extLst>
            </p:cNvPr>
            <p:cNvSpPr/>
            <p:nvPr/>
          </p:nvSpPr>
          <p:spPr>
            <a:xfrm>
              <a:off x="1544950" y="4622200"/>
              <a:ext cx="103950" cy="100025"/>
            </a:xfrm>
            <a:custGeom>
              <a:avLst/>
              <a:gdLst/>
              <a:ahLst/>
              <a:cxnLst/>
              <a:rect l="l" t="t" r="r" b="b"/>
              <a:pathLst>
                <a:path w="4158" h="4001" extrusionOk="0">
                  <a:moveTo>
                    <a:pt x="2152" y="1131"/>
                  </a:moveTo>
                  <a:cubicBezTo>
                    <a:pt x="2599" y="1131"/>
                    <a:pt x="3025" y="1477"/>
                    <a:pt x="3025" y="2000"/>
                  </a:cubicBezTo>
                  <a:cubicBezTo>
                    <a:pt x="3025" y="2480"/>
                    <a:pt x="2639" y="2869"/>
                    <a:pt x="2159" y="2869"/>
                  </a:cubicBezTo>
                  <a:cubicBezTo>
                    <a:pt x="1386" y="2869"/>
                    <a:pt x="996" y="1933"/>
                    <a:pt x="1543" y="1387"/>
                  </a:cubicBezTo>
                  <a:cubicBezTo>
                    <a:pt x="1721" y="1210"/>
                    <a:pt x="1939" y="1131"/>
                    <a:pt x="2152" y="1131"/>
                  </a:cubicBezTo>
                  <a:close/>
                  <a:moveTo>
                    <a:pt x="2159" y="1"/>
                  </a:moveTo>
                  <a:cubicBezTo>
                    <a:pt x="1350" y="1"/>
                    <a:pt x="619" y="487"/>
                    <a:pt x="311" y="1233"/>
                  </a:cubicBezTo>
                  <a:cubicBezTo>
                    <a:pt x="0" y="1982"/>
                    <a:pt x="172" y="2842"/>
                    <a:pt x="743" y="3413"/>
                  </a:cubicBezTo>
                  <a:cubicBezTo>
                    <a:pt x="1127" y="3796"/>
                    <a:pt x="1639" y="4001"/>
                    <a:pt x="2159" y="4001"/>
                  </a:cubicBezTo>
                  <a:cubicBezTo>
                    <a:pt x="2416" y="4001"/>
                    <a:pt x="2676" y="3951"/>
                    <a:pt x="2923" y="3848"/>
                  </a:cubicBezTo>
                  <a:cubicBezTo>
                    <a:pt x="3672" y="3540"/>
                    <a:pt x="4158" y="2809"/>
                    <a:pt x="4158" y="2000"/>
                  </a:cubicBezTo>
                  <a:cubicBezTo>
                    <a:pt x="4158" y="895"/>
                    <a:pt x="3261" y="1"/>
                    <a:pt x="21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 name="Google Shape;13445;p75">
              <a:extLst>
                <a:ext uri="{FF2B5EF4-FFF2-40B4-BE49-F238E27FC236}">
                  <a16:creationId xmlns:a16="http://schemas.microsoft.com/office/drawing/2014/main" id="{77E21264-9338-A282-999D-B0200537C2B4}"/>
                </a:ext>
              </a:extLst>
            </p:cNvPr>
            <p:cNvSpPr/>
            <p:nvPr/>
          </p:nvSpPr>
          <p:spPr>
            <a:xfrm>
              <a:off x="1804675" y="4622200"/>
              <a:ext cx="103975" cy="100025"/>
            </a:xfrm>
            <a:custGeom>
              <a:avLst/>
              <a:gdLst/>
              <a:ahLst/>
              <a:cxnLst/>
              <a:rect l="l" t="t" r="r" b="b"/>
              <a:pathLst>
                <a:path w="4159" h="4001" extrusionOk="0">
                  <a:moveTo>
                    <a:pt x="2152" y="1131"/>
                  </a:moveTo>
                  <a:cubicBezTo>
                    <a:pt x="2598" y="1131"/>
                    <a:pt x="3026" y="1477"/>
                    <a:pt x="3026" y="2000"/>
                  </a:cubicBezTo>
                  <a:cubicBezTo>
                    <a:pt x="3026" y="2480"/>
                    <a:pt x="2637" y="2869"/>
                    <a:pt x="2157" y="2869"/>
                  </a:cubicBezTo>
                  <a:cubicBezTo>
                    <a:pt x="1384" y="2869"/>
                    <a:pt x="997" y="1933"/>
                    <a:pt x="1544" y="1387"/>
                  </a:cubicBezTo>
                  <a:cubicBezTo>
                    <a:pt x="1721" y="1210"/>
                    <a:pt x="1938" y="1131"/>
                    <a:pt x="2152" y="1131"/>
                  </a:cubicBezTo>
                  <a:close/>
                  <a:moveTo>
                    <a:pt x="2157" y="1"/>
                  </a:moveTo>
                  <a:cubicBezTo>
                    <a:pt x="1348" y="1"/>
                    <a:pt x="620" y="487"/>
                    <a:pt x="309" y="1233"/>
                  </a:cubicBezTo>
                  <a:cubicBezTo>
                    <a:pt x="1" y="1982"/>
                    <a:pt x="170" y="2842"/>
                    <a:pt x="744" y="3413"/>
                  </a:cubicBezTo>
                  <a:cubicBezTo>
                    <a:pt x="1125" y="3796"/>
                    <a:pt x="1637" y="4001"/>
                    <a:pt x="2158" y="4001"/>
                  </a:cubicBezTo>
                  <a:cubicBezTo>
                    <a:pt x="2416" y="4001"/>
                    <a:pt x="2676" y="3951"/>
                    <a:pt x="2924" y="3848"/>
                  </a:cubicBezTo>
                  <a:cubicBezTo>
                    <a:pt x="3670" y="3540"/>
                    <a:pt x="4159" y="2809"/>
                    <a:pt x="4159" y="2000"/>
                  </a:cubicBezTo>
                  <a:cubicBezTo>
                    <a:pt x="4156" y="895"/>
                    <a:pt x="3262" y="1"/>
                    <a:pt x="21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 name="Google Shape;13446;p75">
              <a:extLst>
                <a:ext uri="{FF2B5EF4-FFF2-40B4-BE49-F238E27FC236}">
                  <a16:creationId xmlns:a16="http://schemas.microsoft.com/office/drawing/2014/main" id="{747CE441-9677-ED36-0D57-218A4CC98C95}"/>
                </a:ext>
              </a:extLst>
            </p:cNvPr>
            <p:cNvSpPr/>
            <p:nvPr/>
          </p:nvSpPr>
          <p:spPr>
            <a:xfrm>
              <a:off x="1667450" y="4661825"/>
              <a:ext cx="119825" cy="28350"/>
            </a:xfrm>
            <a:custGeom>
              <a:avLst/>
              <a:gdLst/>
              <a:ahLst/>
              <a:cxnLst/>
              <a:rect l="l" t="t" r="r" b="b"/>
              <a:pathLst>
                <a:path w="4793" h="1134" extrusionOk="0">
                  <a:moveTo>
                    <a:pt x="565" y="1"/>
                  </a:moveTo>
                  <a:cubicBezTo>
                    <a:pt x="251" y="1"/>
                    <a:pt x="1" y="252"/>
                    <a:pt x="1" y="566"/>
                  </a:cubicBezTo>
                  <a:cubicBezTo>
                    <a:pt x="1" y="880"/>
                    <a:pt x="251" y="1133"/>
                    <a:pt x="565" y="1133"/>
                  </a:cubicBezTo>
                  <a:lnTo>
                    <a:pt x="4228" y="1133"/>
                  </a:lnTo>
                  <a:cubicBezTo>
                    <a:pt x="4539" y="1133"/>
                    <a:pt x="4792" y="880"/>
                    <a:pt x="4792" y="566"/>
                  </a:cubicBezTo>
                  <a:cubicBezTo>
                    <a:pt x="4792" y="252"/>
                    <a:pt x="4539" y="1"/>
                    <a:pt x="422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54">
          <a:extLst>
            <a:ext uri="{FF2B5EF4-FFF2-40B4-BE49-F238E27FC236}">
              <a16:creationId xmlns:a16="http://schemas.microsoft.com/office/drawing/2014/main" id="{D0E803C5-B691-6420-C032-6C03467A6D49}"/>
            </a:ext>
          </a:extLst>
        </p:cNvPr>
        <p:cNvGrpSpPr/>
        <p:nvPr/>
      </p:nvGrpSpPr>
      <p:grpSpPr>
        <a:xfrm>
          <a:off x="0" y="0"/>
          <a:ext cx="0" cy="0"/>
          <a:chOff x="0" y="0"/>
          <a:chExt cx="0" cy="0"/>
        </a:xfrm>
      </p:grpSpPr>
      <p:sp>
        <p:nvSpPr>
          <p:cNvPr id="2155" name="Google Shape;2155;p38">
            <a:extLst>
              <a:ext uri="{FF2B5EF4-FFF2-40B4-BE49-F238E27FC236}">
                <a16:creationId xmlns:a16="http://schemas.microsoft.com/office/drawing/2014/main" id="{170D2436-DAE6-DD59-D86E-03C0A431C871}"/>
              </a:ext>
            </a:extLst>
          </p:cNvPr>
          <p:cNvSpPr txBox="1">
            <a:spLocks noGrp="1"/>
          </p:cNvSpPr>
          <p:nvPr>
            <p:ph type="title"/>
          </p:nvPr>
        </p:nvSpPr>
        <p:spPr>
          <a:xfrm>
            <a:off x="2509809" y="2231136"/>
            <a:ext cx="4120959" cy="787490"/>
          </a:xfrm>
          <a:prstGeom prst="rect">
            <a:avLst/>
          </a:prstGeom>
        </p:spPr>
        <p:txBody>
          <a:bodyPr spcFirstLastPara="1" wrap="square" lIns="91425" tIns="91425" rIns="91425" bIns="91425" anchor="ctr" anchorCtr="0">
            <a:noAutofit/>
          </a:bodyPr>
          <a:lstStyle/>
          <a:p>
            <a:r>
              <a:rPr lang="en" sz="4700" dirty="0"/>
              <a:t>Market Analysis</a:t>
            </a:r>
            <a:endParaRPr sz="4700" dirty="0"/>
          </a:p>
        </p:txBody>
      </p:sp>
      <p:sp>
        <p:nvSpPr>
          <p:cNvPr id="2156" name="Google Shape;2156;p38">
            <a:extLst>
              <a:ext uri="{FF2B5EF4-FFF2-40B4-BE49-F238E27FC236}">
                <a16:creationId xmlns:a16="http://schemas.microsoft.com/office/drawing/2014/main" id="{3AA74A10-9A08-C66C-2147-D0C140B28E67}"/>
              </a:ext>
            </a:extLst>
          </p:cNvPr>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2157" name="Google Shape;2157;p38">
            <a:extLst>
              <a:ext uri="{FF2B5EF4-FFF2-40B4-BE49-F238E27FC236}">
                <a16:creationId xmlns:a16="http://schemas.microsoft.com/office/drawing/2014/main" id="{F6E17D3A-BE1E-EE10-9466-4944C220B046}"/>
              </a:ext>
            </a:extLst>
          </p:cNvPr>
          <p:cNvSpPr txBox="1">
            <a:spLocks noGrp="1"/>
          </p:cNvSpPr>
          <p:nvPr>
            <p:ph type="subTitle" idx="1"/>
          </p:nvPr>
        </p:nvSpPr>
        <p:spPr>
          <a:xfrm>
            <a:off x="2973225" y="2999232"/>
            <a:ext cx="3200400" cy="685800"/>
          </a:xfrm>
          <a:prstGeom prst="rect">
            <a:avLst/>
          </a:prstGeom>
        </p:spPr>
        <p:txBody>
          <a:bodyPr spcFirstLastPara="1" wrap="square" lIns="91425" tIns="91425" rIns="91425" bIns="91425" anchor="t" anchorCtr="0">
            <a:noAutofit/>
          </a:bodyPr>
          <a:lstStyle/>
          <a:p>
            <a:r>
              <a:rPr lang="en" dirty="0"/>
              <a:t>The COVID Trend...</a:t>
            </a:r>
            <a:endParaRPr lang="en-US" dirty="0"/>
          </a:p>
          <a:p>
            <a:r>
              <a:rPr lang="en" dirty="0"/>
              <a:t>And Tesla's Dominance </a:t>
            </a:r>
          </a:p>
        </p:txBody>
      </p:sp>
      <p:sp>
        <p:nvSpPr>
          <p:cNvPr id="3" name="Google Shape;2124;p37">
            <a:extLst>
              <a:ext uri="{FF2B5EF4-FFF2-40B4-BE49-F238E27FC236}">
                <a16:creationId xmlns:a16="http://schemas.microsoft.com/office/drawing/2014/main" id="{5B978FF0-2D84-ED69-536D-2DB50DF00B5A}"/>
              </a:ext>
            </a:extLst>
          </p:cNvPr>
          <p:cNvSpPr/>
          <p:nvPr/>
        </p:nvSpPr>
        <p:spPr>
          <a:xfrm>
            <a:off x="4160646" y="4492908"/>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125;p37">
            <a:extLst>
              <a:ext uri="{FF2B5EF4-FFF2-40B4-BE49-F238E27FC236}">
                <a16:creationId xmlns:a16="http://schemas.microsoft.com/office/drawing/2014/main" id="{3757CE47-5240-6534-7708-7EA4A13DAC42}"/>
              </a:ext>
            </a:extLst>
          </p:cNvPr>
          <p:cNvSpPr/>
          <p:nvPr/>
        </p:nvSpPr>
        <p:spPr>
          <a:xfrm>
            <a:off x="4245346" y="4577658"/>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lang="en-US" dirty="0"/>
          </a:p>
        </p:txBody>
      </p:sp>
      <p:sp>
        <p:nvSpPr>
          <p:cNvPr id="7" name="TextBox 6">
            <a:extLst>
              <a:ext uri="{FF2B5EF4-FFF2-40B4-BE49-F238E27FC236}">
                <a16:creationId xmlns:a16="http://schemas.microsoft.com/office/drawing/2014/main" id="{4F0ED0A0-C168-9D01-A771-E28ABDA7220A}"/>
              </a:ext>
            </a:extLst>
          </p:cNvPr>
          <p:cNvSpPr txBox="1"/>
          <p:nvPr/>
        </p:nvSpPr>
        <p:spPr>
          <a:xfrm>
            <a:off x="4243137" y="4609097"/>
            <a:ext cx="65271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Fjalla One"/>
              </a:rPr>
              <a:t>02</a:t>
            </a:r>
            <a:endParaRPr lang="en-US" dirty="0"/>
          </a:p>
        </p:txBody>
      </p:sp>
    </p:spTree>
    <p:extLst>
      <p:ext uri="{BB962C8B-B14F-4D97-AF65-F5344CB8AC3E}">
        <p14:creationId xmlns:p14="http://schemas.microsoft.com/office/powerpoint/2010/main" val="1238570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82"/>
        <p:cNvGrpSpPr/>
        <p:nvPr/>
      </p:nvGrpSpPr>
      <p:grpSpPr>
        <a:xfrm>
          <a:off x="0" y="0"/>
          <a:ext cx="0" cy="0"/>
          <a:chOff x="0" y="0"/>
          <a:chExt cx="0" cy="0"/>
        </a:xfrm>
      </p:grpSpPr>
      <p:grpSp>
        <p:nvGrpSpPr>
          <p:cNvPr id="2183" name="Google Shape;2183;p40"/>
          <p:cNvGrpSpPr/>
          <p:nvPr/>
        </p:nvGrpSpPr>
        <p:grpSpPr>
          <a:xfrm>
            <a:off x="1819024" y="3893816"/>
            <a:ext cx="175013" cy="27000"/>
            <a:chOff x="5662375" y="212375"/>
            <a:chExt cx="175013" cy="27000"/>
          </a:xfrm>
        </p:grpSpPr>
        <p:sp>
          <p:nvSpPr>
            <p:cNvPr id="2184" name="Google Shape;2184;p4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5" name="Google Shape;2185;p4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6" name="Google Shape;2186;p4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87" name="Google Shape;2187;p40"/>
          <p:cNvGrpSpPr/>
          <p:nvPr/>
        </p:nvGrpSpPr>
        <p:grpSpPr>
          <a:xfrm>
            <a:off x="4484494" y="3893828"/>
            <a:ext cx="175013" cy="27000"/>
            <a:chOff x="5662375" y="212375"/>
            <a:chExt cx="175013" cy="27000"/>
          </a:xfrm>
        </p:grpSpPr>
        <p:sp>
          <p:nvSpPr>
            <p:cNvPr id="2188" name="Google Shape;2188;p4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9" name="Google Shape;2189;p4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0" name="Google Shape;2190;p4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91" name="Google Shape;2191;p40"/>
          <p:cNvGrpSpPr/>
          <p:nvPr/>
        </p:nvGrpSpPr>
        <p:grpSpPr>
          <a:xfrm>
            <a:off x="7149964" y="3893816"/>
            <a:ext cx="175013" cy="27000"/>
            <a:chOff x="5662375" y="212375"/>
            <a:chExt cx="175013" cy="27000"/>
          </a:xfrm>
        </p:grpSpPr>
        <p:sp>
          <p:nvSpPr>
            <p:cNvPr id="2192" name="Google Shape;2192;p4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3" name="Google Shape;2193;p4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4" name="Google Shape;2194;p4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95" name="Google Shape;2195;p40"/>
          <p:cNvSpPr txBox="1">
            <a:spLocks noGrp="1"/>
          </p:cNvSpPr>
          <p:nvPr>
            <p:ph type="title"/>
          </p:nvPr>
        </p:nvSpPr>
        <p:spPr>
          <a:xfrm>
            <a:off x="905595" y="334781"/>
            <a:ext cx="7743687" cy="594300"/>
          </a:xfrm>
          <a:prstGeom prst="rect">
            <a:avLst/>
          </a:prstGeom>
        </p:spPr>
        <p:txBody>
          <a:bodyPr spcFirstLastPara="1" wrap="square" lIns="91425" tIns="91425" rIns="91425" bIns="91425" anchor="t" anchorCtr="0">
            <a:noAutofit/>
          </a:bodyPr>
          <a:lstStyle/>
          <a:p>
            <a:r>
              <a:rPr lang="en" dirty="0"/>
              <a:t>Understanding the EV Landscape in Washington State</a:t>
            </a:r>
            <a:endParaRPr lang="en-US" dirty="0"/>
          </a:p>
        </p:txBody>
      </p:sp>
      <p:sp>
        <p:nvSpPr>
          <p:cNvPr id="2196" name="Google Shape;2196;p40"/>
          <p:cNvSpPr txBox="1">
            <a:spLocks noGrp="1"/>
          </p:cNvSpPr>
          <p:nvPr>
            <p:ph type="subTitle" idx="1"/>
          </p:nvPr>
        </p:nvSpPr>
        <p:spPr>
          <a:xfrm>
            <a:off x="3694176" y="2414016"/>
            <a:ext cx="1764900" cy="329100"/>
          </a:xfrm>
          <a:prstGeom prst="rect">
            <a:avLst/>
          </a:prstGeom>
        </p:spPr>
        <p:txBody>
          <a:bodyPr spcFirstLastPara="1" wrap="square" lIns="91425" tIns="91425" rIns="91425" bIns="91425" anchor="t" anchorCtr="0">
            <a:noAutofit/>
          </a:bodyPr>
          <a:lstStyle/>
          <a:p>
            <a:r>
              <a:rPr lang="en" dirty="0"/>
              <a:t>COVID-Era Spike</a:t>
            </a:r>
            <a:endParaRPr lang="en-US" dirty="0"/>
          </a:p>
        </p:txBody>
      </p:sp>
      <p:sp>
        <p:nvSpPr>
          <p:cNvPr id="2197" name="Google Shape;2197;p40"/>
          <p:cNvSpPr txBox="1">
            <a:spLocks noGrp="1"/>
          </p:cNvSpPr>
          <p:nvPr>
            <p:ph type="subTitle" idx="2"/>
          </p:nvPr>
        </p:nvSpPr>
        <p:spPr>
          <a:xfrm>
            <a:off x="1024128" y="2414016"/>
            <a:ext cx="1764900" cy="329100"/>
          </a:xfrm>
          <a:prstGeom prst="rect">
            <a:avLst/>
          </a:prstGeom>
        </p:spPr>
        <p:txBody>
          <a:bodyPr spcFirstLastPara="1" wrap="square" lIns="91425" tIns="91425" rIns="91425" bIns="91425" anchor="t" anchorCtr="0">
            <a:noAutofit/>
          </a:bodyPr>
          <a:lstStyle/>
          <a:p>
            <a:r>
              <a:rPr lang="en" dirty="0"/>
              <a:t>Tesla Dominance</a:t>
            </a:r>
            <a:endParaRPr lang="en-US" dirty="0"/>
          </a:p>
        </p:txBody>
      </p:sp>
      <p:sp>
        <p:nvSpPr>
          <p:cNvPr id="2198" name="Google Shape;2198;p40"/>
          <p:cNvSpPr txBox="1">
            <a:spLocks noGrp="1"/>
          </p:cNvSpPr>
          <p:nvPr>
            <p:ph type="subTitle" idx="3"/>
          </p:nvPr>
        </p:nvSpPr>
        <p:spPr>
          <a:xfrm>
            <a:off x="6355080" y="2414016"/>
            <a:ext cx="1764900" cy="329100"/>
          </a:xfrm>
          <a:prstGeom prst="rect">
            <a:avLst/>
          </a:prstGeom>
        </p:spPr>
        <p:txBody>
          <a:bodyPr spcFirstLastPara="1" wrap="square" lIns="91425" tIns="91425" rIns="91425" bIns="91425" anchor="t" anchorCtr="0">
            <a:noAutofit/>
          </a:bodyPr>
          <a:lstStyle/>
          <a:p>
            <a:r>
              <a:rPr lang="en" dirty="0"/>
              <a:t>Range Evolutions</a:t>
            </a:r>
            <a:endParaRPr lang="en-US" dirty="0"/>
          </a:p>
        </p:txBody>
      </p:sp>
      <p:sp>
        <p:nvSpPr>
          <p:cNvPr id="2199" name="Google Shape;2199;p40"/>
          <p:cNvSpPr txBox="1">
            <a:spLocks noGrp="1"/>
          </p:cNvSpPr>
          <p:nvPr>
            <p:ph type="subTitle" idx="4"/>
          </p:nvPr>
        </p:nvSpPr>
        <p:spPr>
          <a:xfrm>
            <a:off x="3694176" y="2825496"/>
            <a:ext cx="1764900" cy="1079100"/>
          </a:xfrm>
          <a:prstGeom prst="rect">
            <a:avLst/>
          </a:prstGeom>
        </p:spPr>
        <p:txBody>
          <a:bodyPr spcFirstLastPara="1" wrap="square" lIns="91425" tIns="91425" rIns="91425" bIns="91425" anchor="t" anchorCtr="0">
            <a:noAutofit/>
          </a:bodyPr>
          <a:lstStyle/>
          <a:p>
            <a:r>
              <a:rPr lang="en" dirty="0"/>
              <a:t>EV registrations surged between 2020-2022, likely incentives</a:t>
            </a:r>
            <a:endParaRPr lang="en" dirty="0">
              <a:latin typeface="Barlow Semi Condensed"/>
              <a:ea typeface="Barlow Semi Condensed"/>
              <a:cs typeface="Barlow Semi Condensed"/>
            </a:endParaRPr>
          </a:p>
        </p:txBody>
      </p:sp>
      <p:sp>
        <p:nvSpPr>
          <p:cNvPr id="2200" name="Google Shape;2200;p40"/>
          <p:cNvSpPr txBox="1">
            <a:spLocks noGrp="1"/>
          </p:cNvSpPr>
          <p:nvPr>
            <p:ph type="subTitle" idx="5"/>
          </p:nvPr>
        </p:nvSpPr>
        <p:spPr>
          <a:xfrm>
            <a:off x="1024128" y="2825496"/>
            <a:ext cx="1764900" cy="1079100"/>
          </a:xfrm>
          <a:prstGeom prst="rect">
            <a:avLst/>
          </a:prstGeom>
        </p:spPr>
        <p:txBody>
          <a:bodyPr spcFirstLastPara="1" wrap="square" lIns="91425" tIns="91425" rIns="91425" bIns="91425" anchor="t" anchorCtr="0">
            <a:noAutofit/>
          </a:bodyPr>
          <a:lstStyle/>
          <a:p>
            <a:r>
              <a:rPr lang="en" dirty="0"/>
              <a:t>Tesla accounts for nearly 30% of all EVs in the dataset</a:t>
            </a:r>
            <a:endParaRPr lang="en" dirty="0">
              <a:latin typeface="Barlow Semi Condensed"/>
              <a:ea typeface="Barlow Semi Condensed"/>
              <a:cs typeface="Barlow Semi Condensed"/>
            </a:endParaRPr>
          </a:p>
        </p:txBody>
      </p:sp>
      <p:sp>
        <p:nvSpPr>
          <p:cNvPr id="2201" name="Google Shape;2201;p40"/>
          <p:cNvSpPr txBox="1">
            <a:spLocks noGrp="1"/>
          </p:cNvSpPr>
          <p:nvPr>
            <p:ph type="subTitle" idx="6"/>
          </p:nvPr>
        </p:nvSpPr>
        <p:spPr>
          <a:xfrm>
            <a:off x="6355080" y="2825496"/>
            <a:ext cx="1764900" cy="1079100"/>
          </a:xfrm>
          <a:prstGeom prst="rect">
            <a:avLst/>
          </a:prstGeom>
        </p:spPr>
        <p:txBody>
          <a:bodyPr spcFirstLastPara="1" wrap="square" lIns="91425" tIns="91425" rIns="91425" bIns="91425" anchor="t" anchorCtr="0">
            <a:noAutofit/>
          </a:bodyPr>
          <a:lstStyle/>
          <a:p>
            <a:r>
              <a:rPr lang="en" dirty="0"/>
              <a:t>Newer models show a clear upward trend in electric range</a:t>
            </a:r>
            <a:endParaRPr lang="en-US" dirty="0"/>
          </a:p>
        </p:txBody>
      </p:sp>
      <p:grpSp>
        <p:nvGrpSpPr>
          <p:cNvPr id="2202" name="Google Shape;2202;p40"/>
          <p:cNvGrpSpPr/>
          <p:nvPr/>
        </p:nvGrpSpPr>
        <p:grpSpPr>
          <a:xfrm>
            <a:off x="1696099" y="1908349"/>
            <a:ext cx="420796" cy="370732"/>
            <a:chOff x="-3137650" y="2067900"/>
            <a:chExt cx="291450" cy="256775"/>
          </a:xfrm>
        </p:grpSpPr>
        <p:sp>
          <p:nvSpPr>
            <p:cNvPr id="2203" name="Google Shape;2203;p40"/>
            <p:cNvSpPr/>
            <p:nvPr/>
          </p:nvSpPr>
          <p:spPr>
            <a:xfrm>
              <a:off x="-3137650" y="2067900"/>
              <a:ext cx="291450" cy="187475"/>
            </a:xfrm>
            <a:custGeom>
              <a:avLst/>
              <a:gdLst/>
              <a:ahLst/>
              <a:cxnLst/>
              <a:rect l="l" t="t" r="r" b="b"/>
              <a:pathLst>
                <a:path w="11658" h="7499" extrusionOk="0">
                  <a:moveTo>
                    <a:pt x="10618" y="694"/>
                  </a:moveTo>
                  <a:cubicBezTo>
                    <a:pt x="10838" y="694"/>
                    <a:pt x="10964" y="851"/>
                    <a:pt x="10964" y="1040"/>
                  </a:cubicBezTo>
                  <a:lnTo>
                    <a:pt x="10964" y="6522"/>
                  </a:lnTo>
                  <a:cubicBezTo>
                    <a:pt x="10964" y="6711"/>
                    <a:pt x="10838" y="6868"/>
                    <a:pt x="10618" y="6868"/>
                  </a:cubicBezTo>
                  <a:lnTo>
                    <a:pt x="1009" y="6868"/>
                  </a:lnTo>
                  <a:cubicBezTo>
                    <a:pt x="820" y="6868"/>
                    <a:pt x="662" y="6711"/>
                    <a:pt x="662" y="6522"/>
                  </a:cubicBezTo>
                  <a:lnTo>
                    <a:pt x="662" y="1040"/>
                  </a:lnTo>
                  <a:cubicBezTo>
                    <a:pt x="662" y="851"/>
                    <a:pt x="820" y="694"/>
                    <a:pt x="1009" y="694"/>
                  </a:cubicBezTo>
                  <a:close/>
                  <a:moveTo>
                    <a:pt x="1009" y="0"/>
                  </a:moveTo>
                  <a:cubicBezTo>
                    <a:pt x="473" y="0"/>
                    <a:pt x="1" y="473"/>
                    <a:pt x="1" y="1009"/>
                  </a:cubicBezTo>
                  <a:lnTo>
                    <a:pt x="1" y="6490"/>
                  </a:lnTo>
                  <a:cubicBezTo>
                    <a:pt x="1" y="7026"/>
                    <a:pt x="473" y="7499"/>
                    <a:pt x="1009" y="7499"/>
                  </a:cubicBezTo>
                  <a:lnTo>
                    <a:pt x="10618" y="7499"/>
                  </a:lnTo>
                  <a:cubicBezTo>
                    <a:pt x="11185" y="7499"/>
                    <a:pt x="11658" y="7026"/>
                    <a:pt x="11658" y="6490"/>
                  </a:cubicBezTo>
                  <a:lnTo>
                    <a:pt x="11658" y="1009"/>
                  </a:lnTo>
                  <a:cubicBezTo>
                    <a:pt x="11658" y="473"/>
                    <a:pt x="11217" y="0"/>
                    <a:pt x="10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04" name="Google Shape;2204;p40"/>
            <p:cNvSpPr/>
            <p:nvPr/>
          </p:nvSpPr>
          <p:spPr>
            <a:xfrm>
              <a:off x="-3137650" y="2273475"/>
              <a:ext cx="291450" cy="51200"/>
            </a:xfrm>
            <a:custGeom>
              <a:avLst/>
              <a:gdLst/>
              <a:ahLst/>
              <a:cxnLst/>
              <a:rect l="l" t="t" r="r" b="b"/>
              <a:pathLst>
                <a:path w="11658" h="2048" extrusionOk="0">
                  <a:moveTo>
                    <a:pt x="10618" y="662"/>
                  </a:moveTo>
                  <a:cubicBezTo>
                    <a:pt x="10838" y="662"/>
                    <a:pt x="10964" y="819"/>
                    <a:pt x="10964" y="1008"/>
                  </a:cubicBezTo>
                  <a:cubicBezTo>
                    <a:pt x="10964" y="1197"/>
                    <a:pt x="10838" y="1355"/>
                    <a:pt x="10618" y="1355"/>
                  </a:cubicBezTo>
                  <a:lnTo>
                    <a:pt x="6050" y="1355"/>
                  </a:lnTo>
                  <a:cubicBezTo>
                    <a:pt x="6113" y="1260"/>
                    <a:pt x="6113" y="1134"/>
                    <a:pt x="6113" y="1008"/>
                  </a:cubicBezTo>
                  <a:cubicBezTo>
                    <a:pt x="6113" y="882"/>
                    <a:pt x="6050" y="788"/>
                    <a:pt x="6050" y="662"/>
                  </a:cubicBezTo>
                  <a:close/>
                  <a:moveTo>
                    <a:pt x="5105" y="662"/>
                  </a:moveTo>
                  <a:cubicBezTo>
                    <a:pt x="5294" y="662"/>
                    <a:pt x="5451" y="819"/>
                    <a:pt x="5451" y="1008"/>
                  </a:cubicBezTo>
                  <a:cubicBezTo>
                    <a:pt x="5451" y="1229"/>
                    <a:pt x="5294" y="1386"/>
                    <a:pt x="5105" y="1386"/>
                  </a:cubicBezTo>
                  <a:lnTo>
                    <a:pt x="1009" y="1386"/>
                  </a:lnTo>
                  <a:cubicBezTo>
                    <a:pt x="820" y="1355"/>
                    <a:pt x="662" y="1229"/>
                    <a:pt x="662" y="1008"/>
                  </a:cubicBezTo>
                  <a:cubicBezTo>
                    <a:pt x="662" y="819"/>
                    <a:pt x="820" y="662"/>
                    <a:pt x="1009" y="662"/>
                  </a:cubicBezTo>
                  <a:close/>
                  <a:moveTo>
                    <a:pt x="1009" y="0"/>
                  </a:moveTo>
                  <a:cubicBezTo>
                    <a:pt x="473" y="0"/>
                    <a:pt x="1" y="473"/>
                    <a:pt x="1" y="1008"/>
                  </a:cubicBezTo>
                  <a:cubicBezTo>
                    <a:pt x="1" y="1575"/>
                    <a:pt x="473" y="2048"/>
                    <a:pt x="1009" y="2048"/>
                  </a:cubicBezTo>
                  <a:lnTo>
                    <a:pt x="10618" y="2048"/>
                  </a:lnTo>
                  <a:cubicBezTo>
                    <a:pt x="11185" y="2048"/>
                    <a:pt x="11658" y="1575"/>
                    <a:pt x="11658" y="1008"/>
                  </a:cubicBezTo>
                  <a:cubicBezTo>
                    <a:pt x="11658" y="473"/>
                    <a:pt x="11217" y="0"/>
                    <a:pt x="10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05" name="Google Shape;2205;p40"/>
            <p:cNvSpPr/>
            <p:nvPr/>
          </p:nvSpPr>
          <p:spPr>
            <a:xfrm>
              <a:off x="-3035250" y="2103000"/>
              <a:ext cx="104000" cy="118500"/>
            </a:xfrm>
            <a:custGeom>
              <a:avLst/>
              <a:gdLst/>
              <a:ahLst/>
              <a:cxnLst/>
              <a:rect l="l" t="t" r="r" b="b"/>
              <a:pathLst>
                <a:path w="4160" h="4740" extrusionOk="0">
                  <a:moveTo>
                    <a:pt x="662" y="896"/>
                  </a:moveTo>
                  <a:lnTo>
                    <a:pt x="3056" y="2346"/>
                  </a:lnTo>
                  <a:lnTo>
                    <a:pt x="662" y="3826"/>
                  </a:lnTo>
                  <a:lnTo>
                    <a:pt x="662" y="896"/>
                  </a:lnTo>
                  <a:close/>
                  <a:moveTo>
                    <a:pt x="322" y="1"/>
                  </a:moveTo>
                  <a:cubicBezTo>
                    <a:pt x="144" y="1"/>
                    <a:pt x="0" y="131"/>
                    <a:pt x="0" y="298"/>
                  </a:cubicBezTo>
                  <a:lnTo>
                    <a:pt x="0" y="4425"/>
                  </a:lnTo>
                  <a:cubicBezTo>
                    <a:pt x="0" y="4607"/>
                    <a:pt x="132" y="4740"/>
                    <a:pt x="301" y="4740"/>
                  </a:cubicBezTo>
                  <a:cubicBezTo>
                    <a:pt x="365" y="4740"/>
                    <a:pt x="435" y="4720"/>
                    <a:pt x="504" y="4677"/>
                  </a:cubicBezTo>
                  <a:lnTo>
                    <a:pt x="3939" y="2629"/>
                  </a:lnTo>
                  <a:cubicBezTo>
                    <a:pt x="4159" y="2535"/>
                    <a:pt x="4159" y="2219"/>
                    <a:pt x="3939" y="2093"/>
                  </a:cubicBezTo>
                  <a:lnTo>
                    <a:pt x="504" y="46"/>
                  </a:lnTo>
                  <a:cubicBezTo>
                    <a:pt x="443" y="15"/>
                    <a:pt x="381" y="1"/>
                    <a:pt x="3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grpSp>
        <p:nvGrpSpPr>
          <p:cNvPr id="2206" name="Google Shape;2206;p40"/>
          <p:cNvGrpSpPr/>
          <p:nvPr/>
        </p:nvGrpSpPr>
        <p:grpSpPr>
          <a:xfrm>
            <a:off x="4361602" y="1908360"/>
            <a:ext cx="420796" cy="421770"/>
            <a:chOff x="-3137650" y="2408950"/>
            <a:chExt cx="291450" cy="292125"/>
          </a:xfrm>
        </p:grpSpPr>
        <p:sp>
          <p:nvSpPr>
            <p:cNvPr id="2207" name="Google Shape;2207;p40"/>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08" name="Google Shape;2208;p40"/>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09" name="Google Shape;2209;p40"/>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0" name="Google Shape;2210;p40"/>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1" name="Google Shape;2211;p40"/>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grpSp>
        <p:nvGrpSpPr>
          <p:cNvPr id="2212" name="Google Shape;2212;p40"/>
          <p:cNvGrpSpPr/>
          <p:nvPr/>
        </p:nvGrpSpPr>
        <p:grpSpPr>
          <a:xfrm>
            <a:off x="7027102" y="1909371"/>
            <a:ext cx="421914" cy="420759"/>
            <a:chOff x="-2571737" y="2403625"/>
            <a:chExt cx="292225" cy="291425"/>
          </a:xfrm>
        </p:grpSpPr>
        <p:sp>
          <p:nvSpPr>
            <p:cNvPr id="2213" name="Google Shape;2213;p40"/>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4" name="Google Shape;2214;p40"/>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5" name="Google Shape;2215;p40"/>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6" name="Google Shape;2216;p40"/>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7" name="Google Shape;2217;p40"/>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8" name="Google Shape;2218;p40"/>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9" name="Google Shape;2219;p40"/>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35"/>
        <p:cNvGrpSpPr/>
        <p:nvPr/>
      </p:nvGrpSpPr>
      <p:grpSpPr>
        <a:xfrm>
          <a:off x="0" y="0"/>
          <a:ext cx="0" cy="0"/>
          <a:chOff x="0" y="0"/>
          <a:chExt cx="0" cy="0"/>
        </a:xfrm>
      </p:grpSpPr>
      <p:pic>
        <p:nvPicPr>
          <p:cNvPr id="8" name="Picture 7" descr="A graph of growth of electric vehicles&#10;&#10;AI-generated content may be incorrect.">
            <a:extLst>
              <a:ext uri="{FF2B5EF4-FFF2-40B4-BE49-F238E27FC236}">
                <a16:creationId xmlns:a16="http://schemas.microsoft.com/office/drawing/2014/main" id="{235AF441-0640-79FC-3AEE-7992E6D117C9}"/>
              </a:ext>
            </a:extLst>
          </p:cNvPr>
          <p:cNvPicPr>
            <a:picLocks noChangeAspect="1"/>
          </p:cNvPicPr>
          <p:nvPr/>
        </p:nvPicPr>
        <p:blipFill>
          <a:blip r:embed="rId3"/>
          <a:stretch>
            <a:fillRect/>
          </a:stretch>
        </p:blipFill>
        <p:spPr>
          <a:xfrm>
            <a:off x="0" y="5529"/>
            <a:ext cx="9144000" cy="5137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23"/>
        <p:cNvGrpSpPr/>
        <p:nvPr/>
      </p:nvGrpSpPr>
      <p:grpSpPr>
        <a:xfrm>
          <a:off x="0" y="0"/>
          <a:ext cx="0" cy="0"/>
          <a:chOff x="0" y="0"/>
          <a:chExt cx="0" cy="0"/>
        </a:xfrm>
      </p:grpSpPr>
      <p:sp>
        <p:nvSpPr>
          <p:cNvPr id="2224" name="Google Shape;2224;p41"/>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Our Process</a:t>
            </a:r>
            <a:endParaRPr dirty="0"/>
          </a:p>
        </p:txBody>
      </p:sp>
      <p:sp>
        <p:nvSpPr>
          <p:cNvPr id="2225" name="Google Shape;2225;p41"/>
          <p:cNvSpPr txBox="1">
            <a:spLocks noGrp="1"/>
          </p:cNvSpPr>
          <p:nvPr>
            <p:ph type="subTitle" idx="1"/>
          </p:nvPr>
        </p:nvSpPr>
        <p:spPr>
          <a:xfrm>
            <a:off x="1709928" y="1545336"/>
            <a:ext cx="1945200" cy="375000"/>
          </a:xfrm>
          <a:prstGeom prst="rect">
            <a:avLst/>
          </a:prstGeom>
        </p:spPr>
        <p:txBody>
          <a:bodyPr spcFirstLastPara="1" wrap="square" lIns="91425" tIns="91425" rIns="91425" bIns="91425" anchor="t" anchorCtr="0">
            <a:noAutofit/>
          </a:bodyPr>
          <a:lstStyle/>
          <a:p>
            <a:r>
              <a:rPr lang="en" sz="1800" dirty="0"/>
              <a:t>Data Cleaning</a:t>
            </a:r>
            <a:endParaRPr dirty="0"/>
          </a:p>
        </p:txBody>
      </p:sp>
      <p:sp>
        <p:nvSpPr>
          <p:cNvPr id="2226" name="Google Shape;2226;p41"/>
          <p:cNvSpPr txBox="1">
            <a:spLocks noGrp="1"/>
          </p:cNvSpPr>
          <p:nvPr>
            <p:ph type="subTitle" idx="2"/>
          </p:nvPr>
        </p:nvSpPr>
        <p:spPr>
          <a:xfrm>
            <a:off x="1694343" y="1933333"/>
            <a:ext cx="2584239" cy="764195"/>
          </a:xfrm>
          <a:prstGeom prst="rect">
            <a:avLst/>
          </a:prstGeom>
        </p:spPr>
        <p:txBody>
          <a:bodyPr spcFirstLastPara="1" wrap="square" lIns="91425" tIns="91425" rIns="91425" bIns="91425" anchor="t" anchorCtr="0">
            <a:noAutofit/>
          </a:bodyPr>
          <a:lstStyle/>
          <a:p>
            <a:r>
              <a:rPr lang="en" sz="1600" dirty="0"/>
              <a:t>Removed vehicles with 0-mile range, filled missing values, and standardized model names</a:t>
            </a:r>
            <a:endParaRPr lang="en-US" dirty="0"/>
          </a:p>
        </p:txBody>
      </p:sp>
      <p:sp>
        <p:nvSpPr>
          <p:cNvPr id="2227" name="Google Shape;2227;p41"/>
          <p:cNvSpPr txBox="1">
            <a:spLocks noGrp="1"/>
          </p:cNvSpPr>
          <p:nvPr>
            <p:ph type="subTitle" idx="3"/>
          </p:nvPr>
        </p:nvSpPr>
        <p:spPr>
          <a:xfrm>
            <a:off x="5457722" y="1545336"/>
            <a:ext cx="2207371" cy="380195"/>
          </a:xfrm>
          <a:prstGeom prst="rect">
            <a:avLst/>
          </a:prstGeom>
        </p:spPr>
        <p:txBody>
          <a:bodyPr spcFirstLastPara="1" wrap="square" lIns="91425" tIns="91425" rIns="91425" bIns="91425" anchor="t" anchorCtr="0">
            <a:noAutofit/>
          </a:bodyPr>
          <a:lstStyle/>
          <a:p>
            <a:r>
              <a:rPr lang="en" sz="1800" dirty="0"/>
              <a:t>Feature Engineering</a:t>
            </a:r>
            <a:endParaRPr lang="en-US" dirty="0" err="1"/>
          </a:p>
        </p:txBody>
      </p:sp>
      <p:sp>
        <p:nvSpPr>
          <p:cNvPr id="2228" name="Google Shape;2228;p41"/>
          <p:cNvSpPr txBox="1">
            <a:spLocks noGrp="1"/>
          </p:cNvSpPr>
          <p:nvPr>
            <p:ph type="subTitle" idx="4"/>
          </p:nvPr>
        </p:nvSpPr>
        <p:spPr>
          <a:xfrm>
            <a:off x="5468112" y="1938528"/>
            <a:ext cx="1947600" cy="759000"/>
          </a:xfrm>
          <a:prstGeom prst="rect">
            <a:avLst/>
          </a:prstGeom>
        </p:spPr>
        <p:txBody>
          <a:bodyPr spcFirstLastPara="1" wrap="square" lIns="91425" tIns="91425" rIns="91425" bIns="91425" anchor="t" anchorCtr="0">
            <a:noAutofit/>
          </a:bodyPr>
          <a:lstStyle/>
          <a:p>
            <a:r>
              <a:rPr lang="en" sz="1600" dirty="0"/>
              <a:t>Grouped models for trend analysis</a:t>
            </a:r>
            <a:endParaRPr lang="en-US" dirty="0"/>
          </a:p>
        </p:txBody>
      </p:sp>
      <p:sp>
        <p:nvSpPr>
          <p:cNvPr id="2229" name="Google Shape;2229;p41"/>
          <p:cNvSpPr txBox="1">
            <a:spLocks noGrp="1"/>
          </p:cNvSpPr>
          <p:nvPr>
            <p:ph type="subTitle" idx="5"/>
          </p:nvPr>
        </p:nvSpPr>
        <p:spPr>
          <a:xfrm>
            <a:off x="2825496" y="3200400"/>
            <a:ext cx="1945200" cy="375000"/>
          </a:xfrm>
          <a:prstGeom prst="rect">
            <a:avLst/>
          </a:prstGeom>
        </p:spPr>
        <p:txBody>
          <a:bodyPr spcFirstLastPara="1" wrap="square" lIns="91425" tIns="91425" rIns="91425" bIns="91425" anchor="t" anchorCtr="0">
            <a:noAutofit/>
          </a:bodyPr>
          <a:lstStyle/>
          <a:p>
            <a:r>
              <a:rPr lang="en" sz="1800" dirty="0"/>
              <a:t>Outlier Detection</a:t>
            </a:r>
            <a:endParaRPr lang="en-US" dirty="0"/>
          </a:p>
        </p:txBody>
      </p:sp>
      <p:sp>
        <p:nvSpPr>
          <p:cNvPr id="2230" name="Google Shape;2230;p41"/>
          <p:cNvSpPr txBox="1">
            <a:spLocks noGrp="1"/>
          </p:cNvSpPr>
          <p:nvPr>
            <p:ph type="subTitle" idx="6"/>
          </p:nvPr>
        </p:nvSpPr>
        <p:spPr>
          <a:xfrm>
            <a:off x="2825496" y="3593592"/>
            <a:ext cx="1945200" cy="759000"/>
          </a:xfrm>
          <a:prstGeom prst="rect">
            <a:avLst/>
          </a:prstGeom>
        </p:spPr>
        <p:txBody>
          <a:bodyPr spcFirstLastPara="1" wrap="square" lIns="91425" tIns="91425" rIns="91425" bIns="91425" anchor="t" anchorCtr="0">
            <a:noAutofit/>
          </a:bodyPr>
          <a:lstStyle/>
          <a:p>
            <a:r>
              <a:rPr lang="en" sz="1600" dirty="0"/>
              <a:t>Flagged extreme values to ensure accurate results</a:t>
            </a:r>
            <a:endParaRPr lang="en-US" dirty="0"/>
          </a:p>
        </p:txBody>
      </p:sp>
      <p:sp>
        <p:nvSpPr>
          <p:cNvPr id="2231" name="Google Shape;2231;p41"/>
          <p:cNvSpPr txBox="1">
            <a:spLocks noGrp="1"/>
          </p:cNvSpPr>
          <p:nvPr>
            <p:ph type="subTitle" idx="7"/>
          </p:nvPr>
        </p:nvSpPr>
        <p:spPr>
          <a:xfrm>
            <a:off x="6464808" y="3200400"/>
            <a:ext cx="1993500" cy="3750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 sz="1800" dirty="0"/>
              <a:t>Visualization</a:t>
            </a:r>
            <a:endParaRPr lang="en-US" dirty="0"/>
          </a:p>
        </p:txBody>
      </p:sp>
      <p:sp>
        <p:nvSpPr>
          <p:cNvPr id="2232" name="Google Shape;2232;p41"/>
          <p:cNvSpPr txBox="1">
            <a:spLocks noGrp="1"/>
          </p:cNvSpPr>
          <p:nvPr>
            <p:ph type="subTitle" idx="8"/>
          </p:nvPr>
        </p:nvSpPr>
        <p:spPr>
          <a:xfrm>
            <a:off x="6464808" y="3593592"/>
            <a:ext cx="1993500" cy="759000"/>
          </a:xfrm>
          <a:prstGeom prst="rect">
            <a:avLst/>
          </a:prstGeom>
        </p:spPr>
        <p:txBody>
          <a:bodyPr spcFirstLastPara="1" wrap="square" lIns="91425" tIns="91425" rIns="91425" bIns="91425" anchor="t" anchorCtr="0">
            <a:noAutofit/>
          </a:bodyPr>
          <a:lstStyle/>
          <a:p>
            <a:r>
              <a:rPr lang="en" sz="1600" dirty="0"/>
              <a:t>Used Pandas, Seaborn, and Matplotlib for trend exploration</a:t>
            </a:r>
            <a:endParaRPr lang="en-US" dirty="0"/>
          </a:p>
        </p:txBody>
      </p:sp>
      <p:sp>
        <p:nvSpPr>
          <p:cNvPr id="2233" name="Google Shape;2233;p41"/>
          <p:cNvSpPr txBox="1"/>
          <p:nvPr/>
        </p:nvSpPr>
        <p:spPr>
          <a:xfrm>
            <a:off x="512064" y="1700784"/>
            <a:ext cx="1179600" cy="1079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7200">
                <a:solidFill>
                  <a:schemeClr val="accent1"/>
                </a:solidFill>
                <a:latin typeface="Fjalla One"/>
                <a:ea typeface="Fjalla One"/>
                <a:cs typeface="Fjalla One"/>
                <a:sym typeface="Fjalla One"/>
              </a:rPr>
              <a:t>01</a:t>
            </a:r>
            <a:endParaRPr sz="7200">
              <a:solidFill>
                <a:schemeClr val="accent1"/>
              </a:solidFill>
              <a:latin typeface="Fjalla One"/>
              <a:ea typeface="Fjalla One"/>
              <a:cs typeface="Fjalla One"/>
              <a:sym typeface="Fjalla One"/>
            </a:endParaRPr>
          </a:p>
        </p:txBody>
      </p:sp>
      <p:sp>
        <p:nvSpPr>
          <p:cNvPr id="2234" name="Google Shape;2234;p41"/>
          <p:cNvSpPr txBox="1"/>
          <p:nvPr/>
        </p:nvSpPr>
        <p:spPr>
          <a:xfrm>
            <a:off x="1623369" y="3355848"/>
            <a:ext cx="1179600" cy="1074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7200">
                <a:solidFill>
                  <a:schemeClr val="accent1"/>
                </a:solidFill>
                <a:latin typeface="Fjalla One"/>
                <a:ea typeface="Fjalla One"/>
                <a:cs typeface="Fjalla One"/>
                <a:sym typeface="Fjalla One"/>
              </a:rPr>
              <a:t>03</a:t>
            </a:r>
            <a:endParaRPr sz="7200">
              <a:solidFill>
                <a:schemeClr val="accent1"/>
              </a:solidFill>
              <a:latin typeface="Fjalla One"/>
              <a:ea typeface="Fjalla One"/>
              <a:cs typeface="Fjalla One"/>
              <a:sym typeface="Fjalla One"/>
            </a:endParaRPr>
          </a:p>
        </p:txBody>
      </p:sp>
      <p:sp>
        <p:nvSpPr>
          <p:cNvPr id="2235" name="Google Shape;2235;p41"/>
          <p:cNvSpPr txBox="1"/>
          <p:nvPr/>
        </p:nvSpPr>
        <p:spPr>
          <a:xfrm>
            <a:off x="5263298" y="3355848"/>
            <a:ext cx="1179600" cy="1074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7200">
                <a:solidFill>
                  <a:schemeClr val="accent1"/>
                </a:solidFill>
                <a:latin typeface="Fjalla One"/>
                <a:ea typeface="Fjalla One"/>
                <a:cs typeface="Fjalla One"/>
                <a:sym typeface="Fjalla One"/>
              </a:rPr>
              <a:t>04</a:t>
            </a:r>
            <a:endParaRPr sz="7200">
              <a:solidFill>
                <a:schemeClr val="accent1"/>
              </a:solidFill>
              <a:latin typeface="Fjalla One"/>
              <a:ea typeface="Fjalla One"/>
              <a:cs typeface="Fjalla One"/>
              <a:sym typeface="Fjalla One"/>
            </a:endParaRPr>
          </a:p>
        </p:txBody>
      </p:sp>
      <p:sp>
        <p:nvSpPr>
          <p:cNvPr id="2236" name="Google Shape;2236;p41"/>
          <p:cNvSpPr txBox="1"/>
          <p:nvPr/>
        </p:nvSpPr>
        <p:spPr>
          <a:xfrm>
            <a:off x="4268116" y="1700784"/>
            <a:ext cx="1179600" cy="1079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7200">
                <a:solidFill>
                  <a:schemeClr val="accent1"/>
                </a:solidFill>
                <a:latin typeface="Fjalla One"/>
                <a:ea typeface="Fjalla One"/>
                <a:cs typeface="Fjalla One"/>
                <a:sym typeface="Fjalla One"/>
              </a:rPr>
              <a:t>02</a:t>
            </a:r>
            <a:endParaRPr sz="7200">
              <a:solidFill>
                <a:schemeClr val="accent1"/>
              </a:solidFill>
              <a:latin typeface="Fjalla One"/>
              <a:ea typeface="Fjalla One"/>
              <a:cs typeface="Fjalla One"/>
              <a:sym typeface="Fjalla One"/>
            </a:endParaRPr>
          </a:p>
        </p:txBody>
      </p:sp>
      <p:sp>
        <p:nvSpPr>
          <p:cNvPr id="3" name="Google Shape;2124;p37">
            <a:extLst>
              <a:ext uri="{FF2B5EF4-FFF2-40B4-BE49-F238E27FC236}">
                <a16:creationId xmlns:a16="http://schemas.microsoft.com/office/drawing/2014/main" id="{D7422995-91C6-62DF-C91A-47B97E8B6348}"/>
              </a:ext>
            </a:extLst>
          </p:cNvPr>
          <p:cNvSpPr/>
          <p:nvPr/>
        </p:nvSpPr>
        <p:spPr>
          <a:xfrm>
            <a:off x="110015" y="4392645"/>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125;p37">
            <a:extLst>
              <a:ext uri="{FF2B5EF4-FFF2-40B4-BE49-F238E27FC236}">
                <a16:creationId xmlns:a16="http://schemas.microsoft.com/office/drawing/2014/main" id="{E7663C5B-7EF6-0885-22E4-94877BBDE1F1}"/>
              </a:ext>
            </a:extLst>
          </p:cNvPr>
          <p:cNvSpPr/>
          <p:nvPr/>
        </p:nvSpPr>
        <p:spPr>
          <a:xfrm>
            <a:off x="194715" y="4477395"/>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lang="en-US" dirty="0"/>
          </a:p>
        </p:txBody>
      </p:sp>
      <p:sp>
        <p:nvSpPr>
          <p:cNvPr id="6" name="TextBox 5">
            <a:extLst>
              <a:ext uri="{FF2B5EF4-FFF2-40B4-BE49-F238E27FC236}">
                <a16:creationId xmlns:a16="http://schemas.microsoft.com/office/drawing/2014/main" id="{778DE060-E247-6B33-5E82-97B47EE4F89B}"/>
              </a:ext>
            </a:extLst>
          </p:cNvPr>
          <p:cNvSpPr txBox="1"/>
          <p:nvPr/>
        </p:nvSpPr>
        <p:spPr>
          <a:xfrm>
            <a:off x="192506" y="4508834"/>
            <a:ext cx="65271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FFFF"/>
                </a:solidFill>
                <a:latin typeface="Fjalla One"/>
              </a:rPr>
              <a:t>03</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31"/>
        <p:cNvGrpSpPr/>
        <p:nvPr/>
      </p:nvGrpSpPr>
      <p:grpSpPr>
        <a:xfrm>
          <a:off x="0" y="0"/>
          <a:ext cx="0" cy="0"/>
          <a:chOff x="0" y="0"/>
          <a:chExt cx="0" cy="0"/>
        </a:xfrm>
      </p:grpSpPr>
      <p:sp>
        <p:nvSpPr>
          <p:cNvPr id="2732" name="Google Shape;2732;p50"/>
          <p:cNvSpPr txBox="1">
            <a:spLocks noGrp="1"/>
          </p:cNvSpPr>
          <p:nvPr>
            <p:ph type="title"/>
          </p:nvPr>
        </p:nvSpPr>
        <p:spPr>
          <a:xfrm>
            <a:off x="2624328" y="1121545"/>
            <a:ext cx="3904500" cy="19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0000"/>
              <a:t>Whoa!</a:t>
            </a:r>
            <a:endParaRPr sz="10000"/>
          </a:p>
        </p:txBody>
      </p:sp>
      <p:sp>
        <p:nvSpPr>
          <p:cNvPr id="2733" name="Google Shape;2733;p50"/>
          <p:cNvSpPr txBox="1">
            <a:spLocks noGrp="1"/>
          </p:cNvSpPr>
          <p:nvPr>
            <p:ph type="subTitle" idx="1"/>
          </p:nvPr>
        </p:nvSpPr>
        <p:spPr>
          <a:xfrm>
            <a:off x="2933525" y="2699917"/>
            <a:ext cx="3370418" cy="868800"/>
          </a:xfrm>
          <a:prstGeom prst="rect">
            <a:avLst/>
          </a:prstGeom>
        </p:spPr>
        <p:txBody>
          <a:bodyPr spcFirstLastPara="1" wrap="square" lIns="91425" tIns="91425" rIns="91425" bIns="91425" anchor="t" anchorCtr="0">
            <a:noAutofit/>
          </a:bodyPr>
          <a:lstStyle/>
          <a:p>
            <a:r>
              <a:rPr lang="en" dirty="0"/>
              <a:t>What the Data Reveals About EV Trends</a:t>
            </a:r>
            <a:endParaRPr lang="en-US" dirty="0"/>
          </a:p>
        </p:txBody>
      </p:sp>
      <p:sp>
        <p:nvSpPr>
          <p:cNvPr id="3" name="Google Shape;2124;p37">
            <a:extLst>
              <a:ext uri="{FF2B5EF4-FFF2-40B4-BE49-F238E27FC236}">
                <a16:creationId xmlns:a16="http://schemas.microsoft.com/office/drawing/2014/main" id="{747C814A-36F0-D687-3586-445006BAA629}"/>
              </a:ext>
            </a:extLst>
          </p:cNvPr>
          <p:cNvSpPr/>
          <p:nvPr/>
        </p:nvSpPr>
        <p:spPr>
          <a:xfrm>
            <a:off x="130068" y="201645"/>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125;p37">
            <a:extLst>
              <a:ext uri="{FF2B5EF4-FFF2-40B4-BE49-F238E27FC236}">
                <a16:creationId xmlns:a16="http://schemas.microsoft.com/office/drawing/2014/main" id="{8477D740-1215-EDE1-F6F4-6B49361CD873}"/>
              </a:ext>
            </a:extLst>
          </p:cNvPr>
          <p:cNvSpPr/>
          <p:nvPr/>
        </p:nvSpPr>
        <p:spPr>
          <a:xfrm>
            <a:off x="214768" y="286395"/>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lang="en-US" dirty="0"/>
          </a:p>
        </p:txBody>
      </p:sp>
      <p:sp>
        <p:nvSpPr>
          <p:cNvPr id="7" name="TextBox 6">
            <a:extLst>
              <a:ext uri="{FF2B5EF4-FFF2-40B4-BE49-F238E27FC236}">
                <a16:creationId xmlns:a16="http://schemas.microsoft.com/office/drawing/2014/main" id="{AEFCAAE3-1E1C-7C8B-8A66-23C2D15C7B6B}"/>
              </a:ext>
            </a:extLst>
          </p:cNvPr>
          <p:cNvSpPr txBox="1"/>
          <p:nvPr/>
        </p:nvSpPr>
        <p:spPr>
          <a:xfrm>
            <a:off x="212559" y="317834"/>
            <a:ext cx="65271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Fjalla One"/>
              </a:rPr>
              <a:t>04</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06"/>
        <p:cNvGrpSpPr/>
        <p:nvPr/>
      </p:nvGrpSpPr>
      <p:grpSpPr>
        <a:xfrm>
          <a:off x="0" y="0"/>
          <a:ext cx="0" cy="0"/>
          <a:chOff x="0" y="0"/>
          <a:chExt cx="0" cy="0"/>
        </a:xfrm>
      </p:grpSpPr>
      <p:sp>
        <p:nvSpPr>
          <p:cNvPr id="2308" name="Google Shape;2308;p43"/>
          <p:cNvSpPr txBox="1">
            <a:spLocks noGrp="1"/>
          </p:cNvSpPr>
          <p:nvPr>
            <p:ph type="title"/>
          </p:nvPr>
        </p:nvSpPr>
        <p:spPr>
          <a:xfrm>
            <a:off x="1823475" y="338328"/>
            <a:ext cx="5496900" cy="572700"/>
          </a:xfrm>
          <a:prstGeom prst="rect">
            <a:avLst/>
          </a:prstGeom>
        </p:spPr>
        <p:txBody>
          <a:bodyPr spcFirstLastPara="1" wrap="square" lIns="91425" tIns="91425" rIns="91425" bIns="91425" anchor="t" anchorCtr="0">
            <a:noAutofit/>
          </a:bodyPr>
          <a:lstStyle/>
          <a:p>
            <a:r>
              <a:rPr lang="en" dirty="0"/>
              <a:t>Tesla Leads the Pack</a:t>
            </a:r>
            <a:endParaRPr lang="en-US" dirty="0"/>
          </a:p>
        </p:txBody>
      </p:sp>
      <p:sp>
        <p:nvSpPr>
          <p:cNvPr id="2309" name="Google Shape;2309;p43"/>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grpSp>
        <p:nvGrpSpPr>
          <p:cNvPr id="2314" name="Google Shape;2314;p43"/>
          <p:cNvGrpSpPr/>
          <p:nvPr/>
        </p:nvGrpSpPr>
        <p:grpSpPr>
          <a:xfrm>
            <a:off x="6181768" y="2028957"/>
            <a:ext cx="1245900" cy="1245900"/>
            <a:chOff x="6293934" y="1010648"/>
            <a:chExt cx="1245900" cy="1245900"/>
          </a:xfrm>
        </p:grpSpPr>
        <p:sp>
          <p:nvSpPr>
            <p:cNvPr id="2315" name="Google Shape;2315;p43"/>
            <p:cNvSpPr/>
            <p:nvPr/>
          </p:nvSpPr>
          <p:spPr>
            <a:xfrm>
              <a:off x="6293934" y="1010648"/>
              <a:ext cx="1245900" cy="12459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3"/>
            <p:cNvSpPr/>
            <p:nvPr/>
          </p:nvSpPr>
          <p:spPr>
            <a:xfrm>
              <a:off x="6401784" y="1118586"/>
              <a:ext cx="1030200" cy="1030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17" name="Google Shape;2317;p43"/>
          <p:cNvSpPr txBox="1"/>
          <p:nvPr/>
        </p:nvSpPr>
        <p:spPr>
          <a:xfrm>
            <a:off x="6372177" y="2385961"/>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dirty="0">
                <a:solidFill>
                  <a:schemeClr val="lt1"/>
                </a:solidFill>
                <a:latin typeface="Barlow Semi Condensed Medium"/>
                <a:ea typeface="Barlow Semi Condensed Medium"/>
                <a:cs typeface="Barlow Semi Condensed Medium"/>
                <a:sym typeface="Barlow Semi Condensed Medium"/>
              </a:rPr>
              <a:t>30%</a:t>
            </a:r>
            <a:endParaRPr lang="en" sz="2700" dirty="0">
              <a:solidFill>
                <a:schemeClr val="lt1"/>
              </a:solidFill>
              <a:latin typeface="Barlow Semi Condensed Medium"/>
              <a:ea typeface="Barlow Semi Condensed Medium"/>
              <a:cs typeface="Barlow Semi Condensed Medium"/>
            </a:endParaRPr>
          </a:p>
        </p:txBody>
      </p:sp>
      <p:sp>
        <p:nvSpPr>
          <p:cNvPr id="2318" name="Google Shape;2318;p43"/>
          <p:cNvSpPr txBox="1"/>
          <p:nvPr/>
        </p:nvSpPr>
        <p:spPr>
          <a:xfrm>
            <a:off x="5278430" y="3270226"/>
            <a:ext cx="3053536" cy="402096"/>
          </a:xfrm>
          <a:prstGeom prst="rect">
            <a:avLst/>
          </a:prstGeom>
          <a:noFill/>
          <a:ln>
            <a:noFill/>
          </a:ln>
        </p:spPr>
        <p:txBody>
          <a:bodyPr spcFirstLastPara="1" wrap="square" lIns="91425" tIns="91425" rIns="91425" bIns="91425" anchor="t" anchorCtr="0">
            <a:noAutofit/>
          </a:bodyPr>
          <a:lstStyle/>
          <a:p>
            <a:pPr algn="ctr"/>
            <a:r>
              <a:rPr lang="en" sz="1600" dirty="0">
                <a:solidFill>
                  <a:schemeClr val="dk2"/>
                </a:solidFill>
                <a:latin typeface="Barlow Semi Condensed"/>
                <a:sym typeface="Barlow Semi Condensed"/>
              </a:rPr>
              <a:t>Of all EVs in the state of Washington</a:t>
            </a:r>
            <a:endParaRPr lang="en-US" dirty="0" err="1">
              <a:solidFill>
                <a:schemeClr val="dk2"/>
              </a:solidFill>
            </a:endParaRPr>
          </a:p>
        </p:txBody>
      </p:sp>
      <p:sp>
        <p:nvSpPr>
          <p:cNvPr id="2320" name="Google Shape;2320;p43"/>
          <p:cNvSpPr txBox="1"/>
          <p:nvPr/>
        </p:nvSpPr>
        <p:spPr>
          <a:xfrm>
            <a:off x="1257300" y="4083750"/>
            <a:ext cx="3798000" cy="52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2"/>
                </a:solidFill>
                <a:latin typeface="Barlow Semi Condensed"/>
                <a:ea typeface="Barlow Semi Condensed"/>
                <a:cs typeface="Barlow Semi Condensed"/>
                <a:sym typeface="Barlow Semi Condensed"/>
              </a:rPr>
              <a:t>here</a:t>
            </a:r>
            <a:endParaRPr sz="1200" dirty="0">
              <a:solidFill>
                <a:schemeClr val="dk2"/>
              </a:solidFill>
              <a:latin typeface="Barlow Semi Condensed"/>
              <a:ea typeface="Barlow Semi Condensed"/>
              <a:cs typeface="Barlow Semi Condensed"/>
              <a:sym typeface="Barlow Semi Condensed"/>
            </a:endParaRPr>
          </a:p>
        </p:txBody>
      </p:sp>
      <p:pic>
        <p:nvPicPr>
          <p:cNvPr id="2" name="Picture 1" descr="No description has been provided for this image">
            <a:extLst>
              <a:ext uri="{FF2B5EF4-FFF2-40B4-BE49-F238E27FC236}">
                <a16:creationId xmlns:a16="http://schemas.microsoft.com/office/drawing/2014/main" id="{7C464559-DC19-7F71-0FDE-C378F50EA665}"/>
              </a:ext>
            </a:extLst>
          </p:cNvPr>
          <p:cNvPicPr>
            <a:picLocks noChangeAspect="1"/>
          </p:cNvPicPr>
          <p:nvPr/>
        </p:nvPicPr>
        <p:blipFill>
          <a:blip r:embed="rId3"/>
          <a:stretch>
            <a:fillRect/>
          </a:stretch>
        </p:blipFill>
        <p:spPr>
          <a:xfrm>
            <a:off x="1182710" y="853144"/>
            <a:ext cx="3876497" cy="407133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9BB83-C5E1-A6D5-AAE6-976D9D26BE30}"/>
              </a:ext>
            </a:extLst>
          </p:cNvPr>
          <p:cNvSpPr>
            <a:spLocks noGrp="1"/>
          </p:cNvSpPr>
          <p:nvPr>
            <p:ph type="title"/>
          </p:nvPr>
        </p:nvSpPr>
        <p:spPr/>
        <p:txBody>
          <a:bodyPr/>
          <a:lstStyle/>
          <a:p>
            <a:r>
              <a:rPr lang="en-US" dirty="0"/>
              <a:t>Range is Rising</a:t>
            </a:r>
          </a:p>
        </p:txBody>
      </p:sp>
      <p:sp>
        <p:nvSpPr>
          <p:cNvPr id="3" name="TextBox 2">
            <a:extLst>
              <a:ext uri="{FF2B5EF4-FFF2-40B4-BE49-F238E27FC236}">
                <a16:creationId xmlns:a16="http://schemas.microsoft.com/office/drawing/2014/main" id="{238CA9D4-DF17-995A-2C56-DC9740877A54}"/>
              </a:ext>
            </a:extLst>
          </p:cNvPr>
          <p:cNvSpPr txBox="1"/>
          <p:nvPr/>
        </p:nvSpPr>
        <p:spPr>
          <a:xfrm>
            <a:off x="1102619" y="977367"/>
            <a:ext cx="694056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Average electric range has been increasing in recent years peaking at over 300 miles</a:t>
            </a:r>
          </a:p>
        </p:txBody>
      </p:sp>
      <p:pic>
        <p:nvPicPr>
          <p:cNvPr id="6" name="Picture 5" descr="No description has been provided for this image">
            <a:extLst>
              <a:ext uri="{FF2B5EF4-FFF2-40B4-BE49-F238E27FC236}">
                <a16:creationId xmlns:a16="http://schemas.microsoft.com/office/drawing/2014/main" id="{7B08B01A-FC56-0458-75D6-7FAAA4FBD578}"/>
              </a:ext>
            </a:extLst>
          </p:cNvPr>
          <p:cNvPicPr>
            <a:picLocks noChangeAspect="1"/>
          </p:cNvPicPr>
          <p:nvPr/>
        </p:nvPicPr>
        <p:blipFill>
          <a:blip r:embed="rId2"/>
          <a:stretch>
            <a:fillRect/>
          </a:stretch>
        </p:blipFill>
        <p:spPr>
          <a:xfrm>
            <a:off x="1565030" y="1423615"/>
            <a:ext cx="6013939" cy="3719885"/>
          </a:xfrm>
          <a:prstGeom prst="rect">
            <a:avLst/>
          </a:prstGeom>
        </p:spPr>
      </p:pic>
    </p:spTree>
    <p:extLst>
      <p:ext uri="{BB962C8B-B14F-4D97-AF65-F5344CB8AC3E}">
        <p14:creationId xmlns:p14="http://schemas.microsoft.com/office/powerpoint/2010/main" val="1563498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40"/>
        <p:cNvGrpSpPr/>
        <p:nvPr/>
      </p:nvGrpSpPr>
      <p:grpSpPr>
        <a:xfrm>
          <a:off x="0" y="0"/>
          <a:ext cx="0" cy="0"/>
          <a:chOff x="0" y="0"/>
          <a:chExt cx="0" cy="0"/>
        </a:xfrm>
      </p:grpSpPr>
      <p:sp>
        <p:nvSpPr>
          <p:cNvPr id="2241" name="Google Shape;2241;p42"/>
          <p:cNvSpPr txBox="1">
            <a:spLocks noGrp="1"/>
          </p:cNvSpPr>
          <p:nvPr>
            <p:ph type="title"/>
          </p:nvPr>
        </p:nvSpPr>
        <p:spPr>
          <a:xfrm>
            <a:off x="1158287" y="235271"/>
            <a:ext cx="6991231" cy="572700"/>
          </a:xfrm>
          <a:prstGeom prst="rect">
            <a:avLst/>
          </a:prstGeom>
        </p:spPr>
        <p:txBody>
          <a:bodyPr spcFirstLastPara="1" wrap="square" lIns="91425" tIns="91425" rIns="91425" bIns="91425" anchor="t" anchorCtr="0">
            <a:noAutofit/>
          </a:bodyPr>
          <a:lstStyle/>
          <a:p>
            <a:r>
              <a:rPr lang="en" dirty="0"/>
              <a:t>Tesla has the largest Electric Range on average</a:t>
            </a:r>
            <a:endParaRPr lang="en-US" dirty="0"/>
          </a:p>
        </p:txBody>
      </p:sp>
      <p:pic>
        <p:nvPicPr>
          <p:cNvPr id="2" name="Picture 1" descr="A graph of the highest electric range&#10;&#10;AI-generated content may be incorrect.">
            <a:extLst>
              <a:ext uri="{FF2B5EF4-FFF2-40B4-BE49-F238E27FC236}">
                <a16:creationId xmlns:a16="http://schemas.microsoft.com/office/drawing/2014/main" id="{674CBB13-B588-3510-8B7B-3118C781BB65}"/>
              </a:ext>
            </a:extLst>
          </p:cNvPr>
          <p:cNvPicPr>
            <a:picLocks noChangeAspect="1"/>
          </p:cNvPicPr>
          <p:nvPr/>
        </p:nvPicPr>
        <p:blipFill>
          <a:blip r:embed="rId3"/>
          <a:stretch>
            <a:fillRect/>
          </a:stretch>
        </p:blipFill>
        <p:spPr>
          <a:xfrm>
            <a:off x="1553355" y="806502"/>
            <a:ext cx="6046657" cy="41394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A9E82-1EF9-98EC-F665-B8FB370D4B6F}"/>
              </a:ext>
            </a:extLst>
          </p:cNvPr>
          <p:cNvSpPr>
            <a:spLocks noGrp="1"/>
          </p:cNvSpPr>
          <p:nvPr>
            <p:ph type="title"/>
          </p:nvPr>
        </p:nvSpPr>
        <p:spPr/>
        <p:txBody>
          <a:bodyPr/>
          <a:lstStyle/>
          <a:p>
            <a:r>
              <a:rPr lang="en-US" dirty="0"/>
              <a:t>EV's are becoming "Clean"</a:t>
            </a:r>
          </a:p>
        </p:txBody>
      </p:sp>
      <p:pic>
        <p:nvPicPr>
          <p:cNvPr id="3" name="Picture 2" descr="A pie chart with a percentage of vehicles&#10;&#10;AI-generated content may be incorrect.">
            <a:extLst>
              <a:ext uri="{FF2B5EF4-FFF2-40B4-BE49-F238E27FC236}">
                <a16:creationId xmlns:a16="http://schemas.microsoft.com/office/drawing/2014/main" id="{99F63F07-79F0-DB3D-DAE1-D5804A0EB618}"/>
              </a:ext>
            </a:extLst>
          </p:cNvPr>
          <p:cNvPicPr>
            <a:picLocks noChangeAspect="1"/>
          </p:cNvPicPr>
          <p:nvPr/>
        </p:nvPicPr>
        <p:blipFill>
          <a:blip r:embed="rId2"/>
          <a:stretch>
            <a:fillRect/>
          </a:stretch>
        </p:blipFill>
        <p:spPr>
          <a:xfrm>
            <a:off x="1824465" y="912393"/>
            <a:ext cx="5394805" cy="4045620"/>
          </a:xfrm>
          <a:prstGeom prst="rect">
            <a:avLst/>
          </a:prstGeom>
        </p:spPr>
      </p:pic>
      <p:grpSp>
        <p:nvGrpSpPr>
          <p:cNvPr id="7" name="Google Shape;2314;p43">
            <a:extLst>
              <a:ext uri="{FF2B5EF4-FFF2-40B4-BE49-F238E27FC236}">
                <a16:creationId xmlns:a16="http://schemas.microsoft.com/office/drawing/2014/main" id="{998B86DB-C386-87DF-E785-BCEE2F7339E2}"/>
              </a:ext>
            </a:extLst>
          </p:cNvPr>
          <p:cNvGrpSpPr/>
          <p:nvPr/>
        </p:nvGrpSpPr>
        <p:grpSpPr>
          <a:xfrm>
            <a:off x="6181768" y="1302050"/>
            <a:ext cx="1977821" cy="1972807"/>
            <a:chOff x="6293934" y="1010648"/>
            <a:chExt cx="1245900" cy="1245900"/>
          </a:xfrm>
        </p:grpSpPr>
        <p:sp>
          <p:nvSpPr>
            <p:cNvPr id="5" name="Google Shape;2315;p43">
              <a:extLst>
                <a:ext uri="{FF2B5EF4-FFF2-40B4-BE49-F238E27FC236}">
                  <a16:creationId xmlns:a16="http://schemas.microsoft.com/office/drawing/2014/main" id="{D000B1BB-0A25-E7EF-C7DF-9E668C5E016E}"/>
                </a:ext>
              </a:extLst>
            </p:cNvPr>
            <p:cNvSpPr/>
            <p:nvPr/>
          </p:nvSpPr>
          <p:spPr>
            <a:xfrm>
              <a:off x="6293934" y="1010648"/>
              <a:ext cx="1245900" cy="12459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316;p43">
              <a:extLst>
                <a:ext uri="{FF2B5EF4-FFF2-40B4-BE49-F238E27FC236}">
                  <a16:creationId xmlns:a16="http://schemas.microsoft.com/office/drawing/2014/main" id="{051C26AF-722D-08C7-77F3-B1BED5956DBD}"/>
                </a:ext>
              </a:extLst>
            </p:cNvPr>
            <p:cNvSpPr/>
            <p:nvPr/>
          </p:nvSpPr>
          <p:spPr>
            <a:xfrm>
              <a:off x="6401784" y="1118586"/>
              <a:ext cx="1030200" cy="1030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TextBox 7">
            <a:extLst>
              <a:ext uri="{FF2B5EF4-FFF2-40B4-BE49-F238E27FC236}">
                <a16:creationId xmlns:a16="http://schemas.microsoft.com/office/drawing/2014/main" id="{02F5E381-7FAA-B2FD-6D39-72A65FEE7FE4}"/>
              </a:ext>
            </a:extLst>
          </p:cNvPr>
          <p:cNvSpPr txBox="1"/>
          <p:nvPr/>
        </p:nvSpPr>
        <p:spPr>
          <a:xfrm>
            <a:off x="6644439" y="1901993"/>
            <a:ext cx="1149016"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dirty="0">
                <a:solidFill>
                  <a:srgbClr val="FFFFFF"/>
                </a:solidFill>
                <a:latin typeface="Barlow Semi Condensed Medium"/>
              </a:rPr>
              <a:t>77%</a:t>
            </a:r>
          </a:p>
        </p:txBody>
      </p:sp>
    </p:spTree>
    <p:extLst>
      <p:ext uri="{BB962C8B-B14F-4D97-AF65-F5344CB8AC3E}">
        <p14:creationId xmlns:p14="http://schemas.microsoft.com/office/powerpoint/2010/main" val="3432941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0"/>
        <p:cNvGrpSpPr/>
        <p:nvPr/>
      </p:nvGrpSpPr>
      <p:grpSpPr>
        <a:xfrm>
          <a:off x="0" y="0"/>
          <a:ext cx="0" cy="0"/>
          <a:chOff x="0" y="0"/>
          <a:chExt cx="0" cy="0"/>
        </a:xfrm>
      </p:grpSpPr>
      <p:sp>
        <p:nvSpPr>
          <p:cNvPr id="2342" name="Google Shape;2342;p46"/>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Conclusion</a:t>
            </a:r>
            <a:endParaRPr dirty="0"/>
          </a:p>
        </p:txBody>
      </p:sp>
      <p:grpSp>
        <p:nvGrpSpPr>
          <p:cNvPr id="9" name="Google Shape;2620;p47">
            <a:extLst>
              <a:ext uri="{FF2B5EF4-FFF2-40B4-BE49-F238E27FC236}">
                <a16:creationId xmlns:a16="http://schemas.microsoft.com/office/drawing/2014/main" id="{F85E5098-D91B-AB40-DB8A-46343EF7282D}"/>
              </a:ext>
            </a:extLst>
          </p:cNvPr>
          <p:cNvGrpSpPr/>
          <p:nvPr/>
        </p:nvGrpSpPr>
        <p:grpSpPr>
          <a:xfrm>
            <a:off x="722107" y="1210584"/>
            <a:ext cx="7876042" cy="3271001"/>
            <a:chOff x="2771600" y="526920"/>
            <a:chExt cx="3480300" cy="1145236"/>
          </a:xfrm>
        </p:grpSpPr>
        <p:sp>
          <p:nvSpPr>
            <p:cNvPr id="7" name="Google Shape;2621;p47">
              <a:extLst>
                <a:ext uri="{FF2B5EF4-FFF2-40B4-BE49-F238E27FC236}">
                  <a16:creationId xmlns:a16="http://schemas.microsoft.com/office/drawing/2014/main" id="{8BFBDFD0-6CBE-E6C4-9629-82040B319C63}"/>
                </a:ext>
              </a:extLst>
            </p:cNvPr>
            <p:cNvSpPr/>
            <p:nvPr/>
          </p:nvSpPr>
          <p:spPr>
            <a:xfrm>
              <a:off x="2771600" y="526920"/>
              <a:ext cx="3480300" cy="1145236"/>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622;p47">
              <a:extLst>
                <a:ext uri="{FF2B5EF4-FFF2-40B4-BE49-F238E27FC236}">
                  <a16:creationId xmlns:a16="http://schemas.microsoft.com/office/drawing/2014/main" id="{305C7EC4-857B-BABD-FD65-41EBF72634DF}"/>
                </a:ext>
              </a:extLst>
            </p:cNvPr>
            <p:cNvSpPr/>
            <p:nvPr/>
          </p:nvSpPr>
          <p:spPr>
            <a:xfrm>
              <a:off x="2849650" y="606775"/>
              <a:ext cx="3324000" cy="985500"/>
            </a:xfrm>
            <a:prstGeom prst="roundRect">
              <a:avLst>
                <a:gd name="adj" fmla="val 16667"/>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lang="en-US" b="1" dirty="0"/>
            </a:p>
            <a:p>
              <a:endParaRPr lang="en-US" b="1" dirty="0"/>
            </a:p>
            <a:p>
              <a:endParaRPr lang="en-US" b="1" dirty="0"/>
            </a:p>
            <a:p>
              <a:r>
                <a:rPr lang="en-US" b="1" dirty="0"/>
                <a:t>Trends Over Time</a:t>
              </a:r>
              <a:r>
                <a:rPr lang="en-US" dirty="0"/>
                <a:t>: The average electric range has improved over the years, reflecting advancements in battery technology and design. This trend is encouraging for potential buyers, as it suggests that newer models will continue to offer better performance.</a:t>
              </a:r>
            </a:p>
            <a:p>
              <a:endParaRPr lang="en-US" dirty="0"/>
            </a:p>
            <a:p>
              <a:r>
                <a:rPr lang="en-US" b="1" dirty="0"/>
                <a:t>Market Share Trends</a:t>
              </a:r>
              <a:r>
                <a:rPr lang="en-US" dirty="0"/>
                <a:t>: The analysis of market share from 2013 to 2023 showed that certain manufacturers dominate the electric vehicle market, while others are emerging. This indicates a competitive landscape!</a:t>
              </a:r>
            </a:p>
            <a:p>
              <a:endParaRPr lang="en-US" dirty="0"/>
            </a:p>
            <a:p>
              <a:r>
                <a:rPr lang="en-US" b="1" dirty="0"/>
                <a:t>CAFV Eligibility</a:t>
              </a:r>
              <a:r>
                <a:rPr lang="en-US" dirty="0"/>
                <a:t>: A significant percentage of vehicles qualify as Clean Alternative Fuel Vehicles, which is a positive indicator for environmental initiatives and policies aimed at promoting cleaner transportation options.</a:t>
              </a:r>
            </a:p>
            <a:p>
              <a:endParaRPr lang="en-US" dirty="0"/>
            </a:p>
            <a:p>
              <a:endParaRPr lang="en-US" dirty="0"/>
            </a:p>
            <a:p>
              <a:endParaRPr lang="en-US" dirty="0"/>
            </a:p>
          </p:txBody>
        </p:sp>
      </p:grpSp>
      <p:grpSp>
        <p:nvGrpSpPr>
          <p:cNvPr id="24" name="Google Shape;2130;p37">
            <a:extLst>
              <a:ext uri="{FF2B5EF4-FFF2-40B4-BE49-F238E27FC236}">
                <a16:creationId xmlns:a16="http://schemas.microsoft.com/office/drawing/2014/main" id="{56157EDC-B923-A0A2-42D5-DB5B4753437D}"/>
              </a:ext>
            </a:extLst>
          </p:cNvPr>
          <p:cNvGrpSpPr/>
          <p:nvPr/>
        </p:nvGrpSpPr>
        <p:grpSpPr>
          <a:xfrm>
            <a:off x="330594" y="227280"/>
            <a:ext cx="635100" cy="734704"/>
            <a:chOff x="731647" y="3806675"/>
            <a:chExt cx="635100" cy="734704"/>
          </a:xfrm>
        </p:grpSpPr>
        <p:grpSp>
          <p:nvGrpSpPr>
            <p:cNvPr id="17" name="Google Shape;2131;p37">
              <a:extLst>
                <a:ext uri="{FF2B5EF4-FFF2-40B4-BE49-F238E27FC236}">
                  <a16:creationId xmlns:a16="http://schemas.microsoft.com/office/drawing/2014/main" id="{4402444E-162A-632B-1475-B57D861DED05}"/>
                </a:ext>
              </a:extLst>
            </p:cNvPr>
            <p:cNvGrpSpPr/>
            <p:nvPr/>
          </p:nvGrpSpPr>
          <p:grpSpPr>
            <a:xfrm>
              <a:off x="731647" y="3806675"/>
              <a:ext cx="635100" cy="635100"/>
              <a:chOff x="917231" y="3983097"/>
              <a:chExt cx="635100" cy="635100"/>
            </a:xfrm>
          </p:grpSpPr>
          <p:sp>
            <p:nvSpPr>
              <p:cNvPr id="22" name="Google Shape;2132;p37">
                <a:extLst>
                  <a:ext uri="{FF2B5EF4-FFF2-40B4-BE49-F238E27FC236}">
                    <a16:creationId xmlns:a16="http://schemas.microsoft.com/office/drawing/2014/main" id="{82E04113-B4F9-394A-498B-0C193A1AEA3E}"/>
                  </a:ext>
                </a:extLst>
              </p:cNvPr>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33;p37">
                <a:extLst>
                  <a:ext uri="{FF2B5EF4-FFF2-40B4-BE49-F238E27FC236}">
                    <a16:creationId xmlns:a16="http://schemas.microsoft.com/office/drawing/2014/main" id="{A8B62242-4EFF-858A-B86A-1BEF9978729C}"/>
                  </a:ext>
                </a:extLst>
              </p:cNvPr>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2134;p37">
              <a:extLst>
                <a:ext uri="{FF2B5EF4-FFF2-40B4-BE49-F238E27FC236}">
                  <a16:creationId xmlns:a16="http://schemas.microsoft.com/office/drawing/2014/main" id="{E06E3304-DD40-220F-CBDB-36DE0C91E064}"/>
                </a:ext>
              </a:extLst>
            </p:cNvPr>
            <p:cNvGrpSpPr/>
            <p:nvPr/>
          </p:nvGrpSpPr>
          <p:grpSpPr>
            <a:xfrm>
              <a:off x="961679" y="4514379"/>
              <a:ext cx="175013" cy="27000"/>
              <a:chOff x="5662375" y="212375"/>
              <a:chExt cx="175013" cy="27000"/>
            </a:xfrm>
          </p:grpSpPr>
          <p:sp>
            <p:nvSpPr>
              <p:cNvPr id="19" name="Google Shape;2135;p37">
                <a:extLst>
                  <a:ext uri="{FF2B5EF4-FFF2-40B4-BE49-F238E27FC236}">
                    <a16:creationId xmlns:a16="http://schemas.microsoft.com/office/drawing/2014/main" id="{07F06708-5902-6DE2-33A5-D4A8D8DB65EC}"/>
                  </a:ext>
                </a:extLst>
              </p:cNvPr>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0" name="Google Shape;2136;p37">
                <a:extLst>
                  <a:ext uri="{FF2B5EF4-FFF2-40B4-BE49-F238E27FC236}">
                    <a16:creationId xmlns:a16="http://schemas.microsoft.com/office/drawing/2014/main" id="{C41770F4-77E5-7BFB-11FE-8CF1447BFE6F}"/>
                  </a:ext>
                </a:extLst>
              </p:cNvPr>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 name="Google Shape;2137;p37">
                <a:extLst>
                  <a:ext uri="{FF2B5EF4-FFF2-40B4-BE49-F238E27FC236}">
                    <a16:creationId xmlns:a16="http://schemas.microsoft.com/office/drawing/2014/main" id="{8D7A76FB-EB2E-D32B-8B02-B0D82E1D9D56}"/>
                  </a:ext>
                </a:extLst>
              </p:cNvPr>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6" name="Google Shape;2150;p37">
            <a:extLst>
              <a:ext uri="{FF2B5EF4-FFF2-40B4-BE49-F238E27FC236}">
                <a16:creationId xmlns:a16="http://schemas.microsoft.com/office/drawing/2014/main" id="{EC1828FF-5076-39E4-4C0E-C188F759AA5C}"/>
              </a:ext>
            </a:extLst>
          </p:cNvPr>
          <p:cNvSpPr txBox="1">
            <a:spLocks/>
          </p:cNvSpPr>
          <p:nvPr/>
        </p:nvSpPr>
        <p:spPr>
          <a:xfrm>
            <a:off x="412763" y="379957"/>
            <a:ext cx="457200" cy="347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dirty="0">
                <a:solidFill>
                  <a:srgbClr val="FFFFFF"/>
                </a:solidFill>
                <a:latin typeface="Fjalla One"/>
              </a:rPr>
              <a:t>05</a:t>
            </a:r>
            <a:endParaRPr lang="e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9ED17-2CE5-9EEC-828C-67A75E128F82}"/>
              </a:ext>
            </a:extLst>
          </p:cNvPr>
          <p:cNvSpPr>
            <a:spLocks noGrp="1"/>
          </p:cNvSpPr>
          <p:nvPr>
            <p:ph type="title"/>
          </p:nvPr>
        </p:nvSpPr>
        <p:spPr>
          <a:xfrm>
            <a:off x="723750" y="641338"/>
            <a:ext cx="7696500" cy="572700"/>
          </a:xfrm>
        </p:spPr>
        <p:txBody>
          <a:bodyPr/>
          <a:lstStyle/>
          <a:p>
            <a:r>
              <a:rPr lang="en-US" sz="3600" dirty="0"/>
              <a:t>THANK YOU FOR LISTENING!</a:t>
            </a:r>
          </a:p>
        </p:txBody>
      </p:sp>
      <p:pic>
        <p:nvPicPr>
          <p:cNvPr id="3" name="Picture 2" descr="A white car with black background&#10;&#10;AI-generated content may be incorrect.">
            <a:extLst>
              <a:ext uri="{FF2B5EF4-FFF2-40B4-BE49-F238E27FC236}">
                <a16:creationId xmlns:a16="http://schemas.microsoft.com/office/drawing/2014/main" id="{CE1C07D2-8568-5951-9AA7-7684415D6007}"/>
              </a:ext>
            </a:extLst>
          </p:cNvPr>
          <p:cNvPicPr>
            <a:picLocks noChangeAspect="1"/>
          </p:cNvPicPr>
          <p:nvPr/>
        </p:nvPicPr>
        <p:blipFill>
          <a:blip r:embed="rId2"/>
          <a:stretch>
            <a:fillRect/>
          </a:stretch>
        </p:blipFill>
        <p:spPr>
          <a:xfrm>
            <a:off x="1568617" y="1531269"/>
            <a:ext cx="6387766" cy="3359318"/>
          </a:xfrm>
          <a:prstGeom prst="rect">
            <a:avLst/>
          </a:prstGeom>
        </p:spPr>
      </p:pic>
    </p:spTree>
    <p:extLst>
      <p:ext uri="{BB962C8B-B14F-4D97-AF65-F5344CB8AC3E}">
        <p14:creationId xmlns:p14="http://schemas.microsoft.com/office/powerpoint/2010/main" val="2466752679"/>
      </p:ext>
    </p:extLst>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15</Slides>
  <Notes>12</Notes>
  <HiddenSlides>0</HiddenSlide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Technology Consulting by Slidesgo</vt:lpstr>
      <vt:lpstr>Slidesgo Final Pages</vt:lpstr>
      <vt:lpstr>Electric Vehicle Data Analysis</vt:lpstr>
      <vt:lpstr>Table of Contents</vt:lpstr>
      <vt:lpstr>Introduction</vt:lpstr>
      <vt:lpstr>Our Objective</vt:lpstr>
      <vt:lpstr>Market Analysis</vt:lpstr>
      <vt:lpstr>Understanding the EV Landscape in Washington State</vt:lpstr>
      <vt:lpstr>PowerPoint Presentation</vt:lpstr>
      <vt:lpstr>Our Process</vt:lpstr>
      <vt:lpstr>Whoa!</vt:lpstr>
      <vt:lpstr>Tesla Leads the Pack</vt:lpstr>
      <vt:lpstr>Range is Rising</vt:lpstr>
      <vt:lpstr>Tesla has the largest Electric Range on average</vt:lpstr>
      <vt:lpstr>EV's are becoming "Clean"</vt:lpstr>
      <vt:lpstr>Conclusion</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796</cp:revision>
  <dcterms:modified xsi:type="dcterms:W3CDTF">2025-04-14T01:36:28Z</dcterms:modified>
</cp:coreProperties>
</file>